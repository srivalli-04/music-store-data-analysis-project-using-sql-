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80" r:id="rId10"/>
    <p:sldId id="27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6" r:id="rId23"/>
    <p:sldId id="281" r:id="rId24"/>
    <p:sldId id="278" r:id="rId25"/>
    <p:sldId id="259" r:id="rId26"/>
  </p:sldIdLst>
  <p:sldSz cx="12192000" cy="6858000"/>
  <p:notesSz cx="6858000" cy="9144000"/>
  <p:embeddedFontLst>
    <p:embeddedFont>
      <p:font typeface="Lato Black" panose="020F0502020204030203" pitchFamily="34" charset="0"/>
      <p:bold r:id="rId28"/>
      <p:boldItalic r:id="rId29"/>
    </p:embeddedFont>
    <p:embeddedFont>
      <p:font typeface="Libre Baskerville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897C5-3158-46DD-BEE4-E564D0BAB4E1}" v="100" dt="2026-09-30T15:44:08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valli janani" userId="6f627e7006eb703b" providerId="LiveId" clId="{AF1408CD-7BB7-47CB-9219-8E963C8BF9F5}"/>
    <pc:docChg chg="undo custSel addSld delSld modSld sldOrd">
      <pc:chgData name="Srivalli janani" userId="6f627e7006eb703b" providerId="LiveId" clId="{AF1408CD-7BB7-47CB-9219-8E963C8BF9F5}" dt="2026-10-01T11:58:27.851" v="3348"/>
      <pc:docMkLst>
        <pc:docMk/>
      </pc:docMkLst>
      <pc:sldChg chg="delSp modSp mod">
        <pc:chgData name="Srivalli janani" userId="6f627e7006eb703b" providerId="LiveId" clId="{AF1408CD-7BB7-47CB-9219-8E963C8BF9F5}" dt="2026-09-27T03:29:26.068" v="167" actId="20577"/>
        <pc:sldMkLst>
          <pc:docMk/>
          <pc:sldMk cId="0" sldId="256"/>
        </pc:sldMkLst>
        <pc:spChg chg="mod">
          <ac:chgData name="Srivalli janani" userId="6f627e7006eb703b" providerId="LiveId" clId="{AF1408CD-7BB7-47CB-9219-8E963C8BF9F5}" dt="2026-09-27T03:29:26.068" v="167" actId="20577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Srivalli janani" userId="6f627e7006eb703b" providerId="LiveId" clId="{AF1408CD-7BB7-47CB-9219-8E963C8BF9F5}" dt="2026-09-27T03:28:28.278" v="35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addSp delSp modSp mod">
        <pc:chgData name="Srivalli janani" userId="6f627e7006eb703b" providerId="LiveId" clId="{AF1408CD-7BB7-47CB-9219-8E963C8BF9F5}" dt="2026-09-27T03:32:29.218" v="191" actId="404"/>
        <pc:sldMkLst>
          <pc:docMk/>
          <pc:sldMk cId="0" sldId="257"/>
        </pc:sldMkLst>
        <pc:spChg chg="add mod">
          <ac:chgData name="Srivalli janani" userId="6f627e7006eb703b" providerId="LiveId" clId="{AF1408CD-7BB7-47CB-9219-8E963C8BF9F5}" dt="2026-09-27T03:32:29.218" v="191" actId="404"/>
          <ac:spMkLst>
            <pc:docMk/>
            <pc:sldMk cId="0" sldId="257"/>
            <ac:spMk id="2" creationId="{C98A60FF-6C30-F8C0-32D5-D9BE4F4B97F9}"/>
          </ac:spMkLst>
        </pc:spChg>
        <pc:spChg chg="mod">
          <ac:chgData name="Srivalli janani" userId="6f627e7006eb703b" providerId="LiveId" clId="{AF1408CD-7BB7-47CB-9219-8E963C8BF9F5}" dt="2026-09-27T03:31:32.012" v="180" actId="20577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Srivalli janani" userId="6f627e7006eb703b" providerId="LiveId" clId="{AF1408CD-7BB7-47CB-9219-8E963C8BF9F5}" dt="2026-09-29T13:59:40.010" v="2105" actId="20577"/>
        <pc:sldMkLst>
          <pc:docMk/>
          <pc:sldMk cId="0" sldId="258"/>
        </pc:sldMkLst>
        <pc:spChg chg="mod">
          <ac:chgData name="Srivalli janani" userId="6f627e7006eb703b" providerId="LiveId" clId="{AF1408CD-7BB7-47CB-9219-8E963C8BF9F5}" dt="2026-09-29T09:24:50.700" v="1798" actId="404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Srivalli janani" userId="6f627e7006eb703b" providerId="LiveId" clId="{AF1408CD-7BB7-47CB-9219-8E963C8BF9F5}" dt="2026-09-29T13:59:40.010" v="2105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 new mod">
        <pc:chgData name="Srivalli janani" userId="6f627e7006eb703b" providerId="LiveId" clId="{AF1408CD-7BB7-47CB-9219-8E963C8BF9F5}" dt="2026-09-30T14:00:36.020" v="2461" actId="20577"/>
        <pc:sldMkLst>
          <pc:docMk/>
          <pc:sldMk cId="180261217" sldId="260"/>
        </pc:sldMkLst>
        <pc:spChg chg="mod">
          <ac:chgData name="Srivalli janani" userId="6f627e7006eb703b" providerId="LiveId" clId="{AF1408CD-7BB7-47CB-9219-8E963C8BF9F5}" dt="2026-09-27T05:52:24.036" v="298" actId="207"/>
          <ac:spMkLst>
            <pc:docMk/>
            <pc:sldMk cId="180261217" sldId="260"/>
            <ac:spMk id="2" creationId="{3A837359-366A-C75F-B2A1-7BF5EBF4B706}"/>
          </ac:spMkLst>
        </pc:spChg>
        <pc:spChg chg="mod">
          <ac:chgData name="Srivalli janani" userId="6f627e7006eb703b" providerId="LiveId" clId="{AF1408CD-7BB7-47CB-9219-8E963C8BF9F5}" dt="2026-09-30T14:00:36.020" v="2461" actId="20577"/>
          <ac:spMkLst>
            <pc:docMk/>
            <pc:sldMk cId="180261217" sldId="260"/>
            <ac:spMk id="3" creationId="{2CE39D3C-88A2-A5F5-68DA-A34B6C466AF6}"/>
          </ac:spMkLst>
        </pc:spChg>
      </pc:sldChg>
      <pc:sldChg chg="modSp new mod">
        <pc:chgData name="Srivalli janani" userId="6f627e7006eb703b" providerId="LiveId" clId="{AF1408CD-7BB7-47CB-9219-8E963C8BF9F5}" dt="2026-09-29T14:21:12.007" v="2120" actId="404"/>
        <pc:sldMkLst>
          <pc:docMk/>
          <pc:sldMk cId="167496023" sldId="261"/>
        </pc:sldMkLst>
        <pc:spChg chg="mod">
          <ac:chgData name="Srivalli janani" userId="6f627e7006eb703b" providerId="LiveId" clId="{AF1408CD-7BB7-47CB-9219-8E963C8BF9F5}" dt="2026-09-29T14:21:12.007" v="2120" actId="404"/>
          <ac:spMkLst>
            <pc:docMk/>
            <pc:sldMk cId="167496023" sldId="261"/>
            <ac:spMk id="2" creationId="{7AC6ACBA-5B00-61E4-97C5-375CA0A8C904}"/>
          </ac:spMkLst>
        </pc:spChg>
        <pc:spChg chg="mod">
          <ac:chgData name="Srivalli janani" userId="6f627e7006eb703b" providerId="LiveId" clId="{AF1408CD-7BB7-47CB-9219-8E963C8BF9F5}" dt="2026-09-29T14:20:06.801" v="2119" actId="113"/>
          <ac:spMkLst>
            <pc:docMk/>
            <pc:sldMk cId="167496023" sldId="261"/>
            <ac:spMk id="3" creationId="{7CF17165-CDDD-F94A-7A57-4990938F82A6}"/>
          </ac:spMkLst>
        </pc:spChg>
      </pc:sldChg>
      <pc:sldChg chg="modSp new mod">
        <pc:chgData name="Srivalli janani" userId="6f627e7006eb703b" providerId="LiveId" clId="{AF1408CD-7BB7-47CB-9219-8E963C8BF9F5}" dt="2026-09-29T09:43:29.355" v="1843" actId="404"/>
        <pc:sldMkLst>
          <pc:docMk/>
          <pc:sldMk cId="3370251957" sldId="262"/>
        </pc:sldMkLst>
        <pc:spChg chg="mod">
          <ac:chgData name="Srivalli janani" userId="6f627e7006eb703b" providerId="LiveId" clId="{AF1408CD-7BB7-47CB-9219-8E963C8BF9F5}" dt="2026-09-29T09:43:29.355" v="1843" actId="404"/>
          <ac:spMkLst>
            <pc:docMk/>
            <pc:sldMk cId="3370251957" sldId="262"/>
            <ac:spMk id="2" creationId="{DFBBC00C-50DA-86B2-5961-E941EF7E3022}"/>
          </ac:spMkLst>
        </pc:spChg>
        <pc:spChg chg="mod">
          <ac:chgData name="Srivalli janani" userId="6f627e7006eb703b" providerId="LiveId" clId="{AF1408CD-7BB7-47CB-9219-8E963C8BF9F5}" dt="2026-09-27T06:05:37.933" v="335" actId="5793"/>
          <ac:spMkLst>
            <pc:docMk/>
            <pc:sldMk cId="3370251957" sldId="262"/>
            <ac:spMk id="3" creationId="{9EB1C9E4-7841-D256-DC4A-59DAD247B15F}"/>
          </ac:spMkLst>
        </pc:spChg>
      </pc:sldChg>
      <pc:sldChg chg="modSp new mod">
        <pc:chgData name="Srivalli janani" userId="6f627e7006eb703b" providerId="LiveId" clId="{AF1408CD-7BB7-47CB-9219-8E963C8BF9F5}" dt="2026-09-29T14:24:01.640" v="2167" actId="14100"/>
        <pc:sldMkLst>
          <pc:docMk/>
          <pc:sldMk cId="4209231879" sldId="263"/>
        </pc:sldMkLst>
        <pc:spChg chg="mod">
          <ac:chgData name="Srivalli janani" userId="6f627e7006eb703b" providerId="LiveId" clId="{AF1408CD-7BB7-47CB-9219-8E963C8BF9F5}" dt="2026-09-29T14:23:19.457" v="2159" actId="20577"/>
          <ac:spMkLst>
            <pc:docMk/>
            <pc:sldMk cId="4209231879" sldId="263"/>
            <ac:spMk id="2" creationId="{FD5EAFD1-7F65-F8FD-4C40-886C5D979586}"/>
          </ac:spMkLst>
        </pc:spChg>
        <pc:spChg chg="mod">
          <ac:chgData name="Srivalli janani" userId="6f627e7006eb703b" providerId="LiveId" clId="{AF1408CD-7BB7-47CB-9219-8E963C8BF9F5}" dt="2026-09-29T14:24:01.640" v="2167" actId="14100"/>
          <ac:spMkLst>
            <pc:docMk/>
            <pc:sldMk cId="4209231879" sldId="263"/>
            <ac:spMk id="3" creationId="{45D476DA-3301-2414-78C8-3D6EE88FBD42}"/>
          </ac:spMkLst>
        </pc:spChg>
      </pc:sldChg>
      <pc:sldChg chg="addSp delSp modSp new mod ord">
        <pc:chgData name="Srivalli janani" userId="6f627e7006eb703b" providerId="LiveId" clId="{AF1408CD-7BB7-47CB-9219-8E963C8BF9F5}" dt="2026-10-01T11:58:27.851" v="3348"/>
        <pc:sldMkLst>
          <pc:docMk/>
          <pc:sldMk cId="84260154" sldId="264"/>
        </pc:sldMkLst>
        <pc:spChg chg="mod">
          <ac:chgData name="Srivalli janani" userId="6f627e7006eb703b" providerId="LiveId" clId="{AF1408CD-7BB7-47CB-9219-8E963C8BF9F5}" dt="2026-09-29T14:32:33.306" v="2289" actId="20577"/>
          <ac:spMkLst>
            <pc:docMk/>
            <pc:sldMk cId="84260154" sldId="264"/>
            <ac:spMk id="3" creationId="{E949FEC1-F88F-3615-2C3D-35DDF89C07D6}"/>
          </ac:spMkLst>
        </pc:spChg>
        <pc:spChg chg="add mod">
          <ac:chgData name="Srivalli janani" userId="6f627e7006eb703b" providerId="LiveId" clId="{AF1408CD-7BB7-47CB-9219-8E963C8BF9F5}" dt="2026-09-29T14:35:50.588" v="2299" actId="27636"/>
          <ac:spMkLst>
            <pc:docMk/>
            <pc:sldMk cId="84260154" sldId="264"/>
            <ac:spMk id="5" creationId="{8551306E-ECFE-FFDB-DA98-34BEF84191AA}"/>
          </ac:spMkLst>
        </pc:spChg>
        <pc:picChg chg="add mod">
          <ac:chgData name="Srivalli janani" userId="6f627e7006eb703b" providerId="LiveId" clId="{AF1408CD-7BB7-47CB-9219-8E963C8BF9F5}" dt="2026-09-29T14:32:37.917" v="2290" actId="14100"/>
          <ac:picMkLst>
            <pc:docMk/>
            <pc:sldMk cId="84260154" sldId="264"/>
            <ac:picMk id="7" creationId="{628657F7-41B0-A425-4D22-B8C4786B766B}"/>
          </ac:picMkLst>
        </pc:picChg>
      </pc:sldChg>
      <pc:sldChg chg="addSp delSp modSp new mod">
        <pc:chgData name="Srivalli janani" userId="6f627e7006eb703b" providerId="LiveId" clId="{AF1408CD-7BB7-47CB-9219-8E963C8BF9F5}" dt="2026-09-30T14:49:01.633" v="2802" actId="20577"/>
        <pc:sldMkLst>
          <pc:docMk/>
          <pc:sldMk cId="930481924" sldId="265"/>
        </pc:sldMkLst>
        <pc:spChg chg="mod">
          <ac:chgData name="Srivalli janani" userId="6f627e7006eb703b" providerId="LiveId" clId="{AF1408CD-7BB7-47CB-9219-8E963C8BF9F5}" dt="2026-09-30T14:05:38.807" v="2500" actId="404"/>
          <ac:spMkLst>
            <pc:docMk/>
            <pc:sldMk cId="930481924" sldId="265"/>
            <ac:spMk id="2" creationId="{E6DD9516-8CA4-0175-C232-13E99B01E0BF}"/>
          </ac:spMkLst>
        </pc:spChg>
        <pc:spChg chg="mod">
          <ac:chgData name="Srivalli janani" userId="6f627e7006eb703b" providerId="LiveId" clId="{AF1408CD-7BB7-47CB-9219-8E963C8BF9F5}" dt="2026-09-30T14:49:01.633" v="2802" actId="20577"/>
          <ac:spMkLst>
            <pc:docMk/>
            <pc:sldMk cId="930481924" sldId="265"/>
            <ac:spMk id="3" creationId="{8B448F60-F88C-354C-823C-C1FB685A3AF3}"/>
          </ac:spMkLst>
        </pc:spChg>
        <pc:picChg chg="add del mod">
          <ac:chgData name="Srivalli janani" userId="6f627e7006eb703b" providerId="LiveId" clId="{AF1408CD-7BB7-47CB-9219-8E963C8BF9F5}" dt="2026-09-30T14:05:07.075" v="2462" actId="478"/>
          <ac:picMkLst>
            <pc:docMk/>
            <pc:sldMk cId="930481924" sldId="265"/>
            <ac:picMk id="5" creationId="{2D060C9B-6092-0D6D-DEDF-7486B5C7A12F}"/>
          </ac:picMkLst>
        </pc:picChg>
        <pc:picChg chg="add del mod">
          <ac:chgData name="Srivalli janani" userId="6f627e7006eb703b" providerId="LiveId" clId="{AF1408CD-7BB7-47CB-9219-8E963C8BF9F5}" dt="2026-09-30T14:32:34.152" v="2644" actId="1076"/>
          <ac:picMkLst>
            <pc:docMk/>
            <pc:sldMk cId="930481924" sldId="265"/>
            <ac:picMk id="6" creationId="{BB5779D2-3F43-942E-FCC1-34A1E2EBED0D}"/>
          </ac:picMkLst>
        </pc:picChg>
        <pc:picChg chg="add del mod">
          <ac:chgData name="Srivalli janani" userId="6f627e7006eb703b" providerId="LiveId" clId="{AF1408CD-7BB7-47CB-9219-8E963C8BF9F5}" dt="2026-09-30T14:05:12.850" v="2464" actId="478"/>
          <ac:picMkLst>
            <pc:docMk/>
            <pc:sldMk cId="930481924" sldId="265"/>
            <ac:picMk id="8" creationId="{ADCABE90-896A-874B-894B-B84C57A4775E}"/>
          </ac:picMkLst>
        </pc:picChg>
        <pc:picChg chg="add mod">
          <ac:chgData name="Srivalli janani" userId="6f627e7006eb703b" providerId="LiveId" clId="{AF1408CD-7BB7-47CB-9219-8E963C8BF9F5}" dt="2026-09-30T14:32:43.502" v="2646" actId="1076"/>
          <ac:picMkLst>
            <pc:docMk/>
            <pc:sldMk cId="930481924" sldId="265"/>
            <ac:picMk id="9" creationId="{AC8A9985-6DA3-538E-EDBF-AE160ADC7B22}"/>
          </ac:picMkLst>
        </pc:picChg>
      </pc:sldChg>
      <pc:sldChg chg="addSp delSp modSp new mod">
        <pc:chgData name="Srivalli janani" userId="6f627e7006eb703b" providerId="LiveId" clId="{AF1408CD-7BB7-47CB-9219-8E963C8BF9F5}" dt="2026-09-30T14:48:58.257" v="2801" actId="20577"/>
        <pc:sldMkLst>
          <pc:docMk/>
          <pc:sldMk cId="2441385544" sldId="266"/>
        </pc:sldMkLst>
        <pc:spChg chg="mod">
          <ac:chgData name="Srivalli janani" userId="6f627e7006eb703b" providerId="LiveId" clId="{AF1408CD-7BB7-47CB-9219-8E963C8BF9F5}" dt="2026-09-30T14:48:58.257" v="2801" actId="20577"/>
          <ac:spMkLst>
            <pc:docMk/>
            <pc:sldMk cId="2441385544" sldId="266"/>
            <ac:spMk id="3" creationId="{3DEFC131-AC56-2F1D-3ED4-E4078166466B}"/>
          </ac:spMkLst>
        </pc:spChg>
        <pc:picChg chg="add mod">
          <ac:chgData name="Srivalli janani" userId="6f627e7006eb703b" providerId="LiveId" clId="{AF1408CD-7BB7-47CB-9219-8E963C8BF9F5}" dt="2026-09-30T14:38:48.588" v="2716" actId="14100"/>
          <ac:picMkLst>
            <pc:docMk/>
            <pc:sldMk cId="2441385544" sldId="266"/>
            <ac:picMk id="4" creationId="{D145D15B-6AA7-CE44-1A03-4C7E80A26E54}"/>
          </ac:picMkLst>
        </pc:picChg>
        <pc:picChg chg="add del mod">
          <ac:chgData name="Srivalli janani" userId="6f627e7006eb703b" providerId="LiveId" clId="{AF1408CD-7BB7-47CB-9219-8E963C8BF9F5}" dt="2026-09-30T14:32:52.777" v="2647" actId="478"/>
          <ac:picMkLst>
            <pc:docMk/>
            <pc:sldMk cId="2441385544" sldId="266"/>
            <ac:picMk id="5" creationId="{71E9E8C6-F005-5C23-49C7-D5ECAFFC4C08}"/>
          </ac:picMkLst>
        </pc:picChg>
        <pc:picChg chg="add del mod">
          <ac:chgData name="Srivalli janani" userId="6f627e7006eb703b" providerId="LiveId" clId="{AF1408CD-7BB7-47CB-9219-8E963C8BF9F5}" dt="2026-09-30T14:32:54.379" v="2648" actId="478"/>
          <ac:picMkLst>
            <pc:docMk/>
            <pc:sldMk cId="2441385544" sldId="266"/>
            <ac:picMk id="7" creationId="{13567461-ED10-82EC-E864-79A9BF96914D}"/>
          </ac:picMkLst>
        </pc:picChg>
        <pc:picChg chg="add mod">
          <ac:chgData name="Srivalli janani" userId="6f627e7006eb703b" providerId="LiveId" clId="{AF1408CD-7BB7-47CB-9219-8E963C8BF9F5}" dt="2026-09-30T14:39:35.204" v="2722" actId="1076"/>
          <ac:picMkLst>
            <pc:docMk/>
            <pc:sldMk cId="2441385544" sldId="266"/>
            <ac:picMk id="8" creationId="{AB457777-3B05-6396-72D2-909B811F6CF7}"/>
          </ac:picMkLst>
        </pc:picChg>
      </pc:sldChg>
      <pc:sldChg chg="addSp delSp modSp new mod">
        <pc:chgData name="Srivalli janani" userId="6f627e7006eb703b" providerId="LiveId" clId="{AF1408CD-7BB7-47CB-9219-8E963C8BF9F5}" dt="2026-09-30T14:49:05.444" v="2803" actId="20577"/>
        <pc:sldMkLst>
          <pc:docMk/>
          <pc:sldMk cId="1896196309" sldId="267"/>
        </pc:sldMkLst>
        <pc:spChg chg="mod">
          <ac:chgData name="Srivalli janani" userId="6f627e7006eb703b" providerId="LiveId" clId="{AF1408CD-7BB7-47CB-9219-8E963C8BF9F5}" dt="2026-09-30T14:49:05.444" v="2803" actId="20577"/>
          <ac:spMkLst>
            <pc:docMk/>
            <pc:sldMk cId="1896196309" sldId="267"/>
            <ac:spMk id="3" creationId="{BD767AC2-3ADD-6C58-C789-4F008C717086}"/>
          </ac:spMkLst>
        </pc:spChg>
        <pc:picChg chg="add mod">
          <ac:chgData name="Srivalli janani" userId="6f627e7006eb703b" providerId="LiveId" clId="{AF1408CD-7BB7-47CB-9219-8E963C8BF9F5}" dt="2026-09-30T14:42:46.584" v="2740" actId="14100"/>
          <ac:picMkLst>
            <pc:docMk/>
            <pc:sldMk cId="1896196309" sldId="267"/>
            <ac:picMk id="4" creationId="{B0F39BCD-B687-1E92-AE42-04D26B9D5405}"/>
          </ac:picMkLst>
        </pc:picChg>
        <pc:picChg chg="add del mod">
          <ac:chgData name="Srivalli janani" userId="6f627e7006eb703b" providerId="LiveId" clId="{AF1408CD-7BB7-47CB-9219-8E963C8BF9F5}" dt="2026-09-30T14:39:50.920" v="2724" actId="478"/>
          <ac:picMkLst>
            <pc:docMk/>
            <pc:sldMk cId="1896196309" sldId="267"/>
            <ac:picMk id="5" creationId="{ED9F4C61-4DD6-60DF-773E-951173C34AF5}"/>
          </ac:picMkLst>
        </pc:picChg>
        <pc:picChg chg="add del mod">
          <ac:chgData name="Srivalli janani" userId="6f627e7006eb703b" providerId="LiveId" clId="{AF1408CD-7BB7-47CB-9219-8E963C8BF9F5}" dt="2026-09-30T14:39:52.330" v="2725" actId="478"/>
          <ac:picMkLst>
            <pc:docMk/>
            <pc:sldMk cId="1896196309" sldId="267"/>
            <ac:picMk id="7" creationId="{04CD1E71-50BE-5DEE-6F05-949FC6849A58}"/>
          </ac:picMkLst>
        </pc:picChg>
        <pc:picChg chg="add mod">
          <ac:chgData name="Srivalli janani" userId="6f627e7006eb703b" providerId="LiveId" clId="{AF1408CD-7BB7-47CB-9219-8E963C8BF9F5}" dt="2026-09-30T14:43:11.532" v="2746" actId="14100"/>
          <ac:picMkLst>
            <pc:docMk/>
            <pc:sldMk cId="1896196309" sldId="267"/>
            <ac:picMk id="8" creationId="{286BE6C9-28C3-7766-8B14-541BE409B876}"/>
          </ac:picMkLst>
        </pc:picChg>
      </pc:sldChg>
      <pc:sldChg chg="addSp delSp modSp new mod">
        <pc:chgData name="Srivalli janani" userId="6f627e7006eb703b" providerId="LiveId" clId="{AF1408CD-7BB7-47CB-9219-8E963C8BF9F5}" dt="2026-09-30T14:48:54.707" v="2800" actId="20577"/>
        <pc:sldMkLst>
          <pc:docMk/>
          <pc:sldMk cId="493582968" sldId="268"/>
        </pc:sldMkLst>
        <pc:spChg chg="mod">
          <ac:chgData name="Srivalli janani" userId="6f627e7006eb703b" providerId="LiveId" clId="{AF1408CD-7BB7-47CB-9219-8E963C8BF9F5}" dt="2026-09-30T14:48:54.707" v="2800" actId="20577"/>
          <ac:spMkLst>
            <pc:docMk/>
            <pc:sldMk cId="493582968" sldId="268"/>
            <ac:spMk id="3" creationId="{072FC4C3-ABF2-57AF-FABD-B40C457CDBF3}"/>
          </ac:spMkLst>
        </pc:spChg>
        <pc:picChg chg="add mod">
          <ac:chgData name="Srivalli janani" userId="6f627e7006eb703b" providerId="LiveId" clId="{AF1408CD-7BB7-47CB-9219-8E963C8BF9F5}" dt="2026-09-30T14:47:06.655" v="2780" actId="1076"/>
          <ac:picMkLst>
            <pc:docMk/>
            <pc:sldMk cId="493582968" sldId="268"/>
            <ac:picMk id="4" creationId="{AE3785AE-EA4D-3440-BD34-1DCFC1891CDA}"/>
          </ac:picMkLst>
        </pc:picChg>
        <pc:picChg chg="add del mod">
          <ac:chgData name="Srivalli janani" userId="6f627e7006eb703b" providerId="LiveId" clId="{AF1408CD-7BB7-47CB-9219-8E963C8BF9F5}" dt="2026-09-30T14:43:27.093" v="2747" actId="478"/>
          <ac:picMkLst>
            <pc:docMk/>
            <pc:sldMk cId="493582968" sldId="268"/>
            <ac:picMk id="5" creationId="{D4BEB99D-E287-E986-998C-2382ADC05988}"/>
          </ac:picMkLst>
        </pc:picChg>
        <pc:picChg chg="add del mod">
          <ac:chgData name="Srivalli janani" userId="6f627e7006eb703b" providerId="LiveId" clId="{AF1408CD-7BB7-47CB-9219-8E963C8BF9F5}" dt="2026-09-30T14:43:28.311" v="2748" actId="478"/>
          <ac:picMkLst>
            <pc:docMk/>
            <pc:sldMk cId="493582968" sldId="268"/>
            <ac:picMk id="7" creationId="{E666E6C3-97A6-9BEB-E99D-F2F8A1FCFAFB}"/>
          </ac:picMkLst>
        </pc:picChg>
        <pc:picChg chg="add mod">
          <ac:chgData name="Srivalli janani" userId="6f627e7006eb703b" providerId="LiveId" clId="{AF1408CD-7BB7-47CB-9219-8E963C8BF9F5}" dt="2026-09-30T14:47:50.366" v="2791" actId="14100"/>
          <ac:picMkLst>
            <pc:docMk/>
            <pc:sldMk cId="493582968" sldId="268"/>
            <ac:picMk id="8" creationId="{93F405BB-AC62-2375-C914-7E0D4EA1D303}"/>
          </ac:picMkLst>
        </pc:picChg>
      </pc:sldChg>
      <pc:sldChg chg="addSp delSp modSp new mod">
        <pc:chgData name="Srivalli janani" userId="6f627e7006eb703b" providerId="LiveId" clId="{AF1408CD-7BB7-47CB-9219-8E963C8BF9F5}" dt="2026-09-30T14:53:31.144" v="2880" actId="20577"/>
        <pc:sldMkLst>
          <pc:docMk/>
          <pc:sldMk cId="2637792125" sldId="269"/>
        </pc:sldMkLst>
        <pc:spChg chg="mod">
          <ac:chgData name="Srivalli janani" userId="6f627e7006eb703b" providerId="LiveId" clId="{AF1408CD-7BB7-47CB-9219-8E963C8BF9F5}" dt="2026-09-30T14:53:31.144" v="2880" actId="20577"/>
          <ac:spMkLst>
            <pc:docMk/>
            <pc:sldMk cId="2637792125" sldId="269"/>
            <ac:spMk id="3" creationId="{056CF164-8166-5D55-D1C8-9D28A5F8F533}"/>
          </ac:spMkLst>
        </pc:spChg>
        <pc:picChg chg="add mod">
          <ac:chgData name="Srivalli janani" userId="6f627e7006eb703b" providerId="LiveId" clId="{AF1408CD-7BB7-47CB-9219-8E963C8BF9F5}" dt="2026-09-30T14:51:30.268" v="2824" actId="14100"/>
          <ac:picMkLst>
            <pc:docMk/>
            <pc:sldMk cId="2637792125" sldId="269"/>
            <ac:picMk id="4" creationId="{93166078-3349-3C3C-D3BA-426212F4039F}"/>
          </ac:picMkLst>
        </pc:picChg>
        <pc:picChg chg="add del mod">
          <ac:chgData name="Srivalli janani" userId="6f627e7006eb703b" providerId="LiveId" clId="{AF1408CD-7BB7-47CB-9219-8E963C8BF9F5}" dt="2026-09-30T14:49:14.323" v="2806" actId="478"/>
          <ac:picMkLst>
            <pc:docMk/>
            <pc:sldMk cId="2637792125" sldId="269"/>
            <ac:picMk id="5" creationId="{664616D9-2D74-F040-2C69-3BE433FB06A8}"/>
          </ac:picMkLst>
        </pc:picChg>
        <pc:picChg chg="add del mod">
          <ac:chgData name="Srivalli janani" userId="6f627e7006eb703b" providerId="LiveId" clId="{AF1408CD-7BB7-47CB-9219-8E963C8BF9F5}" dt="2026-09-30T14:49:15.757" v="2807" actId="478"/>
          <ac:picMkLst>
            <pc:docMk/>
            <pc:sldMk cId="2637792125" sldId="269"/>
            <ac:picMk id="7" creationId="{A50BA556-1852-E15A-6D62-2316852CC7FB}"/>
          </ac:picMkLst>
        </pc:picChg>
        <pc:picChg chg="add mod">
          <ac:chgData name="Srivalli janani" userId="6f627e7006eb703b" providerId="LiveId" clId="{AF1408CD-7BB7-47CB-9219-8E963C8BF9F5}" dt="2026-09-30T14:52:00.843" v="2833" actId="1076"/>
          <ac:picMkLst>
            <pc:docMk/>
            <pc:sldMk cId="2637792125" sldId="269"/>
            <ac:picMk id="8" creationId="{62038B2A-366B-1600-E1E5-699BD98F2BE3}"/>
          </ac:picMkLst>
        </pc:picChg>
      </pc:sldChg>
      <pc:sldChg chg="addSp delSp modSp new mod">
        <pc:chgData name="Srivalli janani" userId="6f627e7006eb703b" providerId="LiveId" clId="{AF1408CD-7BB7-47CB-9219-8E963C8BF9F5}" dt="2026-09-30T15:00:40.514" v="2941" actId="27636"/>
        <pc:sldMkLst>
          <pc:docMk/>
          <pc:sldMk cId="2689173382" sldId="270"/>
        </pc:sldMkLst>
        <pc:spChg chg="mod">
          <ac:chgData name="Srivalli janani" userId="6f627e7006eb703b" providerId="LiveId" clId="{AF1408CD-7BB7-47CB-9219-8E963C8BF9F5}" dt="2026-09-30T15:00:40.514" v="2941" actId="27636"/>
          <ac:spMkLst>
            <pc:docMk/>
            <pc:sldMk cId="2689173382" sldId="270"/>
            <ac:spMk id="3" creationId="{00250369-E1A9-69B9-05CE-FDCBDF67D810}"/>
          </ac:spMkLst>
        </pc:spChg>
        <pc:picChg chg="add del mod">
          <ac:chgData name="Srivalli janani" userId="6f627e7006eb703b" providerId="LiveId" clId="{AF1408CD-7BB7-47CB-9219-8E963C8BF9F5}" dt="2026-09-30T14:59:19.159" v="2904" actId="478"/>
          <ac:picMkLst>
            <pc:docMk/>
            <pc:sldMk cId="2689173382" sldId="270"/>
            <ac:picMk id="4" creationId="{86AC16F8-A92C-9B12-FBDA-57F8FAE60EC0}"/>
          </ac:picMkLst>
        </pc:picChg>
        <pc:picChg chg="add del mod">
          <ac:chgData name="Srivalli janani" userId="6f627e7006eb703b" providerId="LiveId" clId="{AF1408CD-7BB7-47CB-9219-8E963C8BF9F5}" dt="2026-09-30T14:53:46.042" v="2881" actId="478"/>
          <ac:picMkLst>
            <pc:docMk/>
            <pc:sldMk cId="2689173382" sldId="270"/>
            <ac:picMk id="5" creationId="{5C6B89A7-5AC7-E708-42D8-01114EA71F31}"/>
          </ac:picMkLst>
        </pc:picChg>
        <pc:picChg chg="add del mod">
          <ac:chgData name="Srivalli janani" userId="6f627e7006eb703b" providerId="LiveId" clId="{AF1408CD-7BB7-47CB-9219-8E963C8BF9F5}" dt="2026-09-30T14:53:47.341" v="2882" actId="478"/>
          <ac:picMkLst>
            <pc:docMk/>
            <pc:sldMk cId="2689173382" sldId="270"/>
            <ac:picMk id="7" creationId="{D740E3D6-C816-AB18-7887-96E6A7834285}"/>
          </ac:picMkLst>
        </pc:picChg>
        <pc:picChg chg="add mod">
          <ac:chgData name="Srivalli janani" userId="6f627e7006eb703b" providerId="LiveId" clId="{AF1408CD-7BB7-47CB-9219-8E963C8BF9F5}" dt="2026-09-30T15:00:36.837" v="2938" actId="1076"/>
          <ac:picMkLst>
            <pc:docMk/>
            <pc:sldMk cId="2689173382" sldId="270"/>
            <ac:picMk id="8" creationId="{3BC17B76-6766-C46B-9C95-6DA00F36A0B6}"/>
          </ac:picMkLst>
        </pc:picChg>
        <pc:picChg chg="add mod">
          <ac:chgData name="Srivalli janani" userId="6f627e7006eb703b" providerId="LiveId" clId="{AF1408CD-7BB7-47CB-9219-8E963C8BF9F5}" dt="2026-09-30T15:00:38.393" v="2939" actId="1076"/>
          <ac:picMkLst>
            <pc:docMk/>
            <pc:sldMk cId="2689173382" sldId="270"/>
            <ac:picMk id="10" creationId="{86F6F664-6592-7FF7-F956-818EB16BD98A}"/>
          </ac:picMkLst>
        </pc:picChg>
      </pc:sldChg>
      <pc:sldChg chg="addSp delSp modSp new mod">
        <pc:chgData name="Srivalli janani" userId="6f627e7006eb703b" providerId="LiveId" clId="{AF1408CD-7BB7-47CB-9219-8E963C8BF9F5}" dt="2026-09-30T15:09:29.290" v="3024" actId="14100"/>
        <pc:sldMkLst>
          <pc:docMk/>
          <pc:sldMk cId="4107233018" sldId="271"/>
        </pc:sldMkLst>
        <pc:spChg chg="mod">
          <ac:chgData name="Srivalli janani" userId="6f627e7006eb703b" providerId="LiveId" clId="{AF1408CD-7BB7-47CB-9219-8E963C8BF9F5}" dt="2026-09-30T15:09:01.494" v="3018" actId="27636"/>
          <ac:spMkLst>
            <pc:docMk/>
            <pc:sldMk cId="4107233018" sldId="271"/>
            <ac:spMk id="3" creationId="{B002AC5D-7AB5-70A9-9A4F-76A9255B7595}"/>
          </ac:spMkLst>
        </pc:spChg>
        <pc:spChg chg="add mod">
          <ac:chgData name="Srivalli janani" userId="6f627e7006eb703b" providerId="LiveId" clId="{AF1408CD-7BB7-47CB-9219-8E963C8BF9F5}" dt="2026-09-29T08:40:13.423" v="1178" actId="20577"/>
          <ac:spMkLst>
            <pc:docMk/>
            <pc:sldMk cId="4107233018" sldId="271"/>
            <ac:spMk id="9" creationId="{7AD517FD-6D14-AF40-0F35-D4C62F5E6A80}"/>
          </ac:spMkLst>
        </pc:spChg>
        <pc:picChg chg="add mod">
          <ac:chgData name="Srivalli janani" userId="6f627e7006eb703b" providerId="LiveId" clId="{AF1408CD-7BB7-47CB-9219-8E963C8BF9F5}" dt="2026-09-30T15:08:58.545" v="3016" actId="14100"/>
          <ac:picMkLst>
            <pc:docMk/>
            <pc:sldMk cId="4107233018" sldId="271"/>
            <ac:picMk id="4" creationId="{325B8A7E-396E-323B-3813-D3E056CD1AAD}"/>
          </ac:picMkLst>
        </pc:picChg>
        <pc:picChg chg="add del mod">
          <ac:chgData name="Srivalli janani" userId="6f627e7006eb703b" providerId="LiveId" clId="{AF1408CD-7BB7-47CB-9219-8E963C8BF9F5}" dt="2026-09-30T15:01:01.945" v="2942" actId="478"/>
          <ac:picMkLst>
            <pc:docMk/>
            <pc:sldMk cId="4107233018" sldId="271"/>
            <ac:picMk id="5" creationId="{A0D8D9E0-8069-366B-B168-CF978978F86F}"/>
          </ac:picMkLst>
        </pc:picChg>
        <pc:picChg chg="add del mod">
          <ac:chgData name="Srivalli janani" userId="6f627e7006eb703b" providerId="LiveId" clId="{AF1408CD-7BB7-47CB-9219-8E963C8BF9F5}" dt="2026-09-30T15:08:33.583" v="3009" actId="478"/>
          <ac:picMkLst>
            <pc:docMk/>
            <pc:sldMk cId="4107233018" sldId="271"/>
            <ac:picMk id="7" creationId="{807D6116-BFCE-75F6-A3C2-2830C458E105}"/>
          </ac:picMkLst>
        </pc:picChg>
        <pc:picChg chg="add del mod">
          <ac:chgData name="Srivalli janani" userId="6f627e7006eb703b" providerId="LiveId" clId="{AF1408CD-7BB7-47CB-9219-8E963C8BF9F5}" dt="2026-09-30T15:01:06.256" v="2951" actId="478"/>
          <ac:picMkLst>
            <pc:docMk/>
            <pc:sldMk cId="4107233018" sldId="271"/>
            <ac:picMk id="8" creationId="{0A8FEE47-1FA3-2F7B-C4E8-A25C8AF7FE3E}"/>
          </ac:picMkLst>
        </pc:picChg>
        <pc:picChg chg="add mod">
          <ac:chgData name="Srivalli janani" userId="6f627e7006eb703b" providerId="LiveId" clId="{AF1408CD-7BB7-47CB-9219-8E963C8BF9F5}" dt="2026-09-30T15:09:29.290" v="3024" actId="14100"/>
          <ac:picMkLst>
            <pc:docMk/>
            <pc:sldMk cId="4107233018" sldId="271"/>
            <ac:picMk id="11" creationId="{9D823A70-AED9-A1FB-F096-8114F3EBDF4A}"/>
          </ac:picMkLst>
        </pc:picChg>
      </pc:sldChg>
      <pc:sldChg chg="addSp delSp modSp new mod">
        <pc:chgData name="Srivalli janani" userId="6f627e7006eb703b" providerId="LiveId" clId="{AF1408CD-7BB7-47CB-9219-8E963C8BF9F5}" dt="2026-09-30T15:22:10.518" v="3166" actId="113"/>
        <pc:sldMkLst>
          <pc:docMk/>
          <pc:sldMk cId="2884932868" sldId="272"/>
        </pc:sldMkLst>
        <pc:spChg chg="mod">
          <ac:chgData name="Srivalli janani" userId="6f627e7006eb703b" providerId="LiveId" clId="{AF1408CD-7BB7-47CB-9219-8E963C8BF9F5}" dt="2026-09-30T15:22:10.518" v="3166" actId="113"/>
          <ac:spMkLst>
            <pc:docMk/>
            <pc:sldMk cId="2884932868" sldId="272"/>
            <ac:spMk id="3" creationId="{D7A903EC-4FB5-AC2C-FE5B-EA9267D6486A}"/>
          </ac:spMkLst>
        </pc:spChg>
        <pc:picChg chg="add mod">
          <ac:chgData name="Srivalli janani" userId="6f627e7006eb703b" providerId="LiveId" clId="{AF1408CD-7BB7-47CB-9219-8E963C8BF9F5}" dt="2026-09-30T15:15:32.845" v="3105" actId="1076"/>
          <ac:picMkLst>
            <pc:docMk/>
            <pc:sldMk cId="2884932868" sldId="272"/>
            <ac:picMk id="4" creationId="{CE19A183-B837-75D8-33C6-0438C0D7E74A}"/>
          </ac:picMkLst>
        </pc:picChg>
        <pc:picChg chg="add del mod">
          <ac:chgData name="Srivalli janani" userId="6f627e7006eb703b" providerId="LiveId" clId="{AF1408CD-7BB7-47CB-9219-8E963C8BF9F5}" dt="2026-09-30T15:09:43.293" v="3025" actId="478"/>
          <ac:picMkLst>
            <pc:docMk/>
            <pc:sldMk cId="2884932868" sldId="272"/>
            <ac:picMk id="5" creationId="{CD541004-9384-096D-AF10-DE92F3D3FFE3}"/>
          </ac:picMkLst>
        </pc:picChg>
        <pc:picChg chg="add del mod">
          <ac:chgData name="Srivalli janani" userId="6f627e7006eb703b" providerId="LiveId" clId="{AF1408CD-7BB7-47CB-9219-8E963C8BF9F5}" dt="2026-09-30T15:09:44.845" v="3026" actId="478"/>
          <ac:picMkLst>
            <pc:docMk/>
            <pc:sldMk cId="2884932868" sldId="272"/>
            <ac:picMk id="7" creationId="{F27B5DDD-AA6F-2D71-81ED-D55980C815AC}"/>
          </ac:picMkLst>
        </pc:picChg>
        <pc:picChg chg="add mod">
          <ac:chgData name="Srivalli janani" userId="6f627e7006eb703b" providerId="LiveId" clId="{AF1408CD-7BB7-47CB-9219-8E963C8BF9F5}" dt="2026-09-30T15:20:35.387" v="3158" actId="1076"/>
          <ac:picMkLst>
            <pc:docMk/>
            <pc:sldMk cId="2884932868" sldId="272"/>
            <ac:picMk id="8" creationId="{B1A6260E-C192-F5D6-F6B7-D002CC772F6F}"/>
          </ac:picMkLst>
        </pc:picChg>
      </pc:sldChg>
      <pc:sldChg chg="addSp delSp modSp new mod">
        <pc:chgData name="Srivalli janani" userId="6f627e7006eb703b" providerId="LiveId" clId="{AF1408CD-7BB7-47CB-9219-8E963C8BF9F5}" dt="2026-09-30T15:26:19.776" v="3255" actId="404"/>
        <pc:sldMkLst>
          <pc:docMk/>
          <pc:sldMk cId="4059261511" sldId="273"/>
        </pc:sldMkLst>
        <pc:spChg chg="mod">
          <ac:chgData name="Srivalli janani" userId="6f627e7006eb703b" providerId="LiveId" clId="{AF1408CD-7BB7-47CB-9219-8E963C8BF9F5}" dt="2026-09-30T15:26:19.776" v="3255" actId="404"/>
          <ac:spMkLst>
            <pc:docMk/>
            <pc:sldMk cId="4059261511" sldId="273"/>
            <ac:spMk id="3" creationId="{EDFE4175-C2AF-5789-B062-629B9175D733}"/>
          </ac:spMkLst>
        </pc:spChg>
        <pc:picChg chg="add mod">
          <ac:chgData name="Srivalli janani" userId="6f627e7006eb703b" providerId="LiveId" clId="{AF1408CD-7BB7-47CB-9219-8E963C8BF9F5}" dt="2026-09-30T15:24:33.824" v="3207" actId="1076"/>
          <ac:picMkLst>
            <pc:docMk/>
            <pc:sldMk cId="4059261511" sldId="273"/>
            <ac:picMk id="4" creationId="{04BDA843-796E-C44F-F690-F409CD9DFC85}"/>
          </ac:picMkLst>
        </pc:picChg>
        <pc:picChg chg="add del mod">
          <ac:chgData name="Srivalli janani" userId="6f627e7006eb703b" providerId="LiveId" clId="{AF1408CD-7BB7-47CB-9219-8E963C8BF9F5}" dt="2026-09-30T15:22:38.596" v="3167" actId="478"/>
          <ac:picMkLst>
            <pc:docMk/>
            <pc:sldMk cId="4059261511" sldId="273"/>
            <ac:picMk id="5" creationId="{51D926F2-96DD-8FB4-8CE2-AF2DD6C27760}"/>
          </ac:picMkLst>
        </pc:picChg>
        <pc:picChg chg="add del mod">
          <ac:chgData name="Srivalli janani" userId="6f627e7006eb703b" providerId="LiveId" clId="{AF1408CD-7BB7-47CB-9219-8E963C8BF9F5}" dt="2026-09-30T15:22:39.952" v="3168" actId="478"/>
          <ac:picMkLst>
            <pc:docMk/>
            <pc:sldMk cId="4059261511" sldId="273"/>
            <ac:picMk id="7" creationId="{7E03D891-C74C-F726-7673-ABE44302B673}"/>
          </ac:picMkLst>
        </pc:picChg>
        <pc:picChg chg="add mod">
          <ac:chgData name="Srivalli janani" userId="6f627e7006eb703b" providerId="LiveId" clId="{AF1408CD-7BB7-47CB-9219-8E963C8BF9F5}" dt="2026-09-30T15:26:05.585" v="3252" actId="1076"/>
          <ac:picMkLst>
            <pc:docMk/>
            <pc:sldMk cId="4059261511" sldId="273"/>
            <ac:picMk id="8" creationId="{4550E447-1144-0934-1663-85B0245F4C53}"/>
          </ac:picMkLst>
        </pc:picChg>
      </pc:sldChg>
      <pc:sldChg chg="addSp delSp modSp new mod">
        <pc:chgData name="Srivalli janani" userId="6f627e7006eb703b" providerId="LiveId" clId="{AF1408CD-7BB7-47CB-9219-8E963C8BF9F5}" dt="2026-09-30T15:36:42.659" v="3306" actId="14100"/>
        <pc:sldMkLst>
          <pc:docMk/>
          <pc:sldMk cId="619605514" sldId="274"/>
        </pc:sldMkLst>
        <pc:spChg chg="mod">
          <ac:chgData name="Srivalli janani" userId="6f627e7006eb703b" providerId="LiveId" clId="{AF1408CD-7BB7-47CB-9219-8E963C8BF9F5}" dt="2026-09-30T15:36:17.670" v="3304" actId="5793"/>
          <ac:spMkLst>
            <pc:docMk/>
            <pc:sldMk cId="619605514" sldId="274"/>
            <ac:spMk id="3" creationId="{44C4009A-7EDA-E03E-C6C0-B1CC124BA7F5}"/>
          </ac:spMkLst>
        </pc:spChg>
        <pc:picChg chg="add mod">
          <ac:chgData name="Srivalli janani" userId="6f627e7006eb703b" providerId="LiveId" clId="{AF1408CD-7BB7-47CB-9219-8E963C8BF9F5}" dt="2026-09-30T15:36:42.659" v="3306" actId="14100"/>
          <ac:picMkLst>
            <pc:docMk/>
            <pc:sldMk cId="619605514" sldId="274"/>
            <ac:picMk id="4" creationId="{29C04A38-860C-3264-2297-C32A6E8D998E}"/>
          </ac:picMkLst>
        </pc:picChg>
        <pc:picChg chg="add del mod">
          <ac:chgData name="Srivalli janani" userId="6f627e7006eb703b" providerId="LiveId" clId="{AF1408CD-7BB7-47CB-9219-8E963C8BF9F5}" dt="2026-09-30T15:26:25.136" v="3256" actId="478"/>
          <ac:picMkLst>
            <pc:docMk/>
            <pc:sldMk cId="619605514" sldId="274"/>
            <ac:picMk id="5" creationId="{F9CF8B48-7AA4-BD50-2CC3-82EAA9FC1B3E}"/>
          </ac:picMkLst>
        </pc:picChg>
        <pc:picChg chg="add del mod">
          <ac:chgData name="Srivalli janani" userId="6f627e7006eb703b" providerId="LiveId" clId="{AF1408CD-7BB7-47CB-9219-8E963C8BF9F5}" dt="2026-09-30T15:26:26.645" v="3257" actId="478"/>
          <ac:picMkLst>
            <pc:docMk/>
            <pc:sldMk cId="619605514" sldId="274"/>
            <ac:picMk id="7" creationId="{A321FF2D-B0AC-ECDD-19E1-63E0A2DF4EEA}"/>
          </ac:picMkLst>
        </pc:picChg>
        <pc:picChg chg="add mod">
          <ac:chgData name="Srivalli janani" userId="6f627e7006eb703b" providerId="LiveId" clId="{AF1408CD-7BB7-47CB-9219-8E963C8BF9F5}" dt="2026-09-30T15:36:23.567" v="3305" actId="14100"/>
          <ac:picMkLst>
            <pc:docMk/>
            <pc:sldMk cId="619605514" sldId="274"/>
            <ac:picMk id="8" creationId="{5672E051-EA08-F07A-D2BC-8D6EC92CD8B9}"/>
          </ac:picMkLst>
        </pc:picChg>
        <pc:picChg chg="add del mod">
          <ac:chgData name="Srivalli janani" userId="6f627e7006eb703b" providerId="LiveId" clId="{AF1408CD-7BB7-47CB-9219-8E963C8BF9F5}" dt="2026-09-30T15:26:28.018" v="3258" actId="478"/>
          <ac:picMkLst>
            <pc:docMk/>
            <pc:sldMk cId="619605514" sldId="274"/>
            <ac:picMk id="9" creationId="{443937AE-CAC2-5975-AE04-4768B95737D6}"/>
          </ac:picMkLst>
        </pc:picChg>
      </pc:sldChg>
      <pc:sldChg chg="modSp new mod">
        <pc:chgData name="Srivalli janani" userId="6f627e7006eb703b" providerId="LiveId" clId="{AF1408CD-7BB7-47CB-9219-8E963C8BF9F5}" dt="2026-09-30T15:39:51.683" v="3320" actId="14100"/>
        <pc:sldMkLst>
          <pc:docMk/>
          <pc:sldMk cId="2857299886" sldId="276"/>
        </pc:sldMkLst>
        <pc:spChg chg="mod">
          <ac:chgData name="Srivalli janani" userId="6f627e7006eb703b" providerId="LiveId" clId="{AF1408CD-7BB7-47CB-9219-8E963C8BF9F5}" dt="2026-09-29T09:01:37.173" v="1665" actId="2711"/>
          <ac:spMkLst>
            <pc:docMk/>
            <pc:sldMk cId="2857299886" sldId="276"/>
            <ac:spMk id="2" creationId="{2DE36E6D-A942-8D14-9E6C-F9E14F01A0AD}"/>
          </ac:spMkLst>
        </pc:spChg>
        <pc:spChg chg="mod">
          <ac:chgData name="Srivalli janani" userId="6f627e7006eb703b" providerId="LiveId" clId="{AF1408CD-7BB7-47CB-9219-8E963C8BF9F5}" dt="2026-09-30T15:39:51.683" v="3320" actId="14100"/>
          <ac:spMkLst>
            <pc:docMk/>
            <pc:sldMk cId="2857299886" sldId="276"/>
            <ac:spMk id="3" creationId="{71FFB99F-EC26-64C2-99F3-86B6F1218E5E}"/>
          </ac:spMkLst>
        </pc:spChg>
      </pc:sldChg>
      <pc:sldChg chg="modSp new mod ord">
        <pc:chgData name="Srivalli janani" userId="6f627e7006eb703b" providerId="LiveId" clId="{AF1408CD-7BB7-47CB-9219-8E963C8BF9F5}" dt="2026-09-30T15:38:14.717" v="3316"/>
        <pc:sldMkLst>
          <pc:docMk/>
          <pc:sldMk cId="2933028166" sldId="277"/>
        </pc:sldMkLst>
        <pc:spChg chg="mod">
          <ac:chgData name="Srivalli janani" userId="6f627e7006eb703b" providerId="LiveId" clId="{AF1408CD-7BB7-47CB-9219-8E963C8BF9F5}" dt="2026-09-30T15:38:08.654" v="3314" actId="113"/>
          <ac:spMkLst>
            <pc:docMk/>
            <pc:sldMk cId="2933028166" sldId="277"/>
            <ac:spMk id="2" creationId="{8B6ECF06-B83C-3387-D6E4-4FAA839CC594}"/>
          </ac:spMkLst>
        </pc:spChg>
        <pc:spChg chg="mod">
          <ac:chgData name="Srivalli janani" userId="6f627e7006eb703b" providerId="LiveId" clId="{AF1408CD-7BB7-47CB-9219-8E963C8BF9F5}" dt="2026-09-30T15:37:58.256" v="3311" actId="2711"/>
          <ac:spMkLst>
            <pc:docMk/>
            <pc:sldMk cId="2933028166" sldId="277"/>
            <ac:spMk id="3" creationId="{5DE8009C-D58E-9562-8546-E5E56E3B9ACB}"/>
          </ac:spMkLst>
        </pc:spChg>
      </pc:sldChg>
      <pc:sldChg chg="addSp delSp modSp new mod">
        <pc:chgData name="Srivalli janani" userId="6f627e7006eb703b" providerId="LiveId" clId="{AF1408CD-7BB7-47CB-9219-8E963C8BF9F5}" dt="2026-09-29T09:07:25.268" v="1716" actId="478"/>
        <pc:sldMkLst>
          <pc:docMk/>
          <pc:sldMk cId="4022347798" sldId="278"/>
        </pc:sldMkLst>
        <pc:picChg chg="add">
          <ac:chgData name="Srivalli janani" userId="6f627e7006eb703b" providerId="LiveId" clId="{AF1408CD-7BB7-47CB-9219-8E963C8BF9F5}" dt="2026-09-29T09:07:21.817" v="1714" actId="22"/>
          <ac:picMkLst>
            <pc:docMk/>
            <pc:sldMk cId="4022347798" sldId="278"/>
            <ac:picMk id="5" creationId="{1912A36D-96FC-0981-8C0E-4338D0DD6921}"/>
          </ac:picMkLst>
        </pc:picChg>
      </pc:sldChg>
      <pc:sldChg chg="addSp delSp modSp new mod">
        <pc:chgData name="Srivalli janani" userId="6f627e7006eb703b" providerId="LiveId" clId="{AF1408CD-7BB7-47CB-9219-8E963C8BF9F5}" dt="2026-09-30T08:44:38.149" v="2459" actId="403"/>
        <pc:sldMkLst>
          <pc:docMk/>
          <pc:sldMk cId="307002986" sldId="279"/>
        </pc:sldMkLst>
        <pc:spChg chg="mod">
          <ac:chgData name="Srivalli janani" userId="6f627e7006eb703b" providerId="LiveId" clId="{AF1408CD-7BB7-47CB-9219-8E963C8BF9F5}" dt="2026-09-29T14:54:41.449" v="2359" actId="14100"/>
          <ac:spMkLst>
            <pc:docMk/>
            <pc:sldMk cId="307002986" sldId="279"/>
            <ac:spMk id="2" creationId="{C221CB77-BE8D-D981-9CC4-E74CC22A7685}"/>
          </ac:spMkLst>
        </pc:spChg>
        <pc:graphicFrameChg chg="add mod modGraphic">
          <ac:chgData name="Srivalli janani" userId="6f627e7006eb703b" providerId="LiveId" clId="{AF1408CD-7BB7-47CB-9219-8E963C8BF9F5}" dt="2026-09-30T08:44:38.149" v="2459" actId="403"/>
          <ac:graphicFrameMkLst>
            <pc:docMk/>
            <pc:sldMk cId="307002986" sldId="279"/>
            <ac:graphicFrameMk id="6" creationId="{14BDBEC1-8B60-8EF4-4EE1-70847FD897E7}"/>
          </ac:graphicFrameMkLst>
        </pc:graphicFrameChg>
      </pc:sldChg>
      <pc:sldChg chg="addSp delSp modSp new mod ord">
        <pc:chgData name="Srivalli janani" userId="6f627e7006eb703b" providerId="LiveId" clId="{AF1408CD-7BB7-47CB-9219-8E963C8BF9F5}" dt="2026-10-01T11:51:50.856" v="3346"/>
        <pc:sldMkLst>
          <pc:docMk/>
          <pc:sldMk cId="652329705" sldId="280"/>
        </pc:sldMkLst>
        <pc:spChg chg="add mod">
          <ac:chgData name="Srivalli janani" userId="6f627e7006eb703b" providerId="LiveId" clId="{AF1408CD-7BB7-47CB-9219-8E963C8BF9F5}" dt="2026-09-29T15:04:25.306" v="2453" actId="14100"/>
          <ac:spMkLst>
            <pc:docMk/>
            <pc:sldMk cId="652329705" sldId="280"/>
            <ac:spMk id="6" creationId="{FA162E8C-3E40-0899-F896-45C2A0E28D56}"/>
          </ac:spMkLst>
        </pc:spChg>
        <pc:graphicFrameChg chg="add mod modGraphic">
          <ac:chgData name="Srivalli janani" userId="6f627e7006eb703b" providerId="LiveId" clId="{AF1408CD-7BB7-47CB-9219-8E963C8BF9F5}" dt="2026-09-29T15:04:21.022" v="2452" actId="1076"/>
          <ac:graphicFrameMkLst>
            <pc:docMk/>
            <pc:sldMk cId="652329705" sldId="280"/>
            <ac:graphicFrameMk id="4" creationId="{C6ED4365-879C-456D-1598-06168C40B969}"/>
          </ac:graphicFrameMkLst>
        </pc:graphicFrameChg>
      </pc:sldChg>
      <pc:sldChg chg="modSp new mod">
        <pc:chgData name="Srivalli janani" userId="6f627e7006eb703b" providerId="LiveId" clId="{AF1408CD-7BB7-47CB-9219-8E963C8BF9F5}" dt="2026-09-30T15:44:23.904" v="3344" actId="2711"/>
        <pc:sldMkLst>
          <pc:docMk/>
          <pc:sldMk cId="2494723652" sldId="281"/>
        </pc:sldMkLst>
        <pc:spChg chg="mod">
          <ac:chgData name="Srivalli janani" userId="6f627e7006eb703b" providerId="LiveId" clId="{AF1408CD-7BB7-47CB-9219-8E963C8BF9F5}" dt="2026-09-30T15:44:13.227" v="3338" actId="404"/>
          <ac:spMkLst>
            <pc:docMk/>
            <pc:sldMk cId="2494723652" sldId="281"/>
            <ac:spMk id="2" creationId="{BB7DDE09-AD1C-616A-7BEC-156AC7353FDF}"/>
          </ac:spMkLst>
        </pc:spChg>
        <pc:spChg chg="mod">
          <ac:chgData name="Srivalli janani" userId="6f627e7006eb703b" providerId="LiveId" clId="{AF1408CD-7BB7-47CB-9219-8E963C8BF9F5}" dt="2026-09-30T15:44:23.904" v="3344" actId="2711"/>
          <ac:spMkLst>
            <pc:docMk/>
            <pc:sldMk cId="2494723652" sldId="281"/>
            <ac:spMk id="3" creationId="{9CD4C557-5B05-ADAC-EAF4-AC3CEFD6E97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rivallijanan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rivalli-0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8490" y="3717986"/>
            <a:ext cx="1210232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Music Store Data Analysis Using SQL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                                                                                                                   J. Srivalli Janani</a:t>
            </a:r>
          </a:p>
          <a:p>
            <a:pPr lvl="0" algn="ct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                                                          					81020512826</a:t>
            </a:r>
          </a:p>
          <a:p>
            <a:pPr lvl="0" algn="ct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                                                        					Batch 543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A60FF-6C30-F8C0-32D5-D9BE4F4B97F9}"/>
              </a:ext>
            </a:extLst>
          </p:cNvPr>
          <p:cNvSpPr txBox="1"/>
          <p:nvPr/>
        </p:nvSpPr>
        <p:spPr>
          <a:xfrm>
            <a:off x="599768" y="1317523"/>
            <a:ext cx="1096788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Background? 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completed my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B.Tech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 Data Science from Sreyas Institute of Engineering and Technology.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you want to learn Data Science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want to learn Data Science because it helps solve real-world problems by analyzing data and making informed decisions.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Any work experience</a:t>
            </a:r>
          </a:p>
          <a:p>
            <a:pPr marL="285750" lvl="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completed Data Analyst Intern Internship at Greenko Energies Private Limited where I gained hand-on experience in Python, SQL, Data analysis and preprocessing and working with real-time datasets.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Share your LinkedIn and GitHub profile URLs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1600" dirty="0">
                <a:hlinkClick r:id="rId3"/>
              </a:rPr>
              <a:t>www.linkedin.com/in/srivallijanani</a:t>
            </a:r>
            <a:r>
              <a:rPr lang="en-US" sz="1600" dirty="0"/>
              <a:t> 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https://github.com/Srivalli-04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816076" y="18255"/>
            <a:ext cx="99079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268361"/>
            <a:ext cx="10515600" cy="500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31800">
              <a:buSzPts val="2400"/>
            </a:pPr>
            <a:r>
              <a:rPr lang="en-US" sz="2400" b="1" dirty="0"/>
              <a:t>Business problem</a:t>
            </a:r>
          </a:p>
          <a:p>
            <a:pPr lvl="0" indent="-431800">
              <a:buSzPts val="2400"/>
            </a:pPr>
            <a:r>
              <a:rPr lang="en-US" sz="2400" b="1" dirty="0"/>
              <a:t>Business statement</a:t>
            </a:r>
          </a:p>
          <a:p>
            <a:pPr lvl="0" indent="-431800">
              <a:buSzPts val="2400"/>
            </a:pPr>
            <a:r>
              <a:rPr lang="en-US" sz="2400" b="1" dirty="0"/>
              <a:t>Introduction</a:t>
            </a:r>
          </a:p>
          <a:p>
            <a:pPr lvl="0" indent="-431800">
              <a:buSzPts val="2400"/>
            </a:pPr>
            <a:r>
              <a:rPr lang="en-US" sz="2400" b="1" dirty="0"/>
              <a:t>Data Description</a:t>
            </a:r>
          </a:p>
          <a:p>
            <a:pPr lvl="0" indent="-431800">
              <a:buSzPts val="2400"/>
            </a:pPr>
            <a:r>
              <a:rPr lang="en-US" sz="2400" b="1" dirty="0"/>
              <a:t>Key analysis questions and insights</a:t>
            </a:r>
          </a:p>
          <a:p>
            <a:pPr lvl="0" indent="-431800">
              <a:buSzPts val="2400"/>
            </a:pPr>
            <a:r>
              <a:rPr lang="en-US" sz="2400" b="1" dirty="0"/>
              <a:t>Recommendations</a:t>
            </a:r>
          </a:p>
          <a:p>
            <a:pPr lvl="0" indent="-431800">
              <a:buSzPts val="2400"/>
            </a:pPr>
            <a:r>
              <a:rPr lang="en-US" sz="2400" b="1" dirty="0"/>
              <a:t>Conclusion</a:t>
            </a:r>
          </a:p>
          <a:p>
            <a:pPr lvl="0" indent="-431800">
              <a:buSzPts val="2400"/>
            </a:pPr>
            <a:r>
              <a:rPr lang="en-US" sz="2400" b="1" dirty="0"/>
              <a:t>Challenges</a:t>
            </a:r>
            <a:endParaRPr lang="en-US" sz="2400" dirty="0"/>
          </a:p>
          <a:p>
            <a:pPr lvl="0" indent="-431800">
              <a:buSzPts val="2400"/>
            </a:pPr>
            <a:r>
              <a:rPr lang="en-US" sz="2400" b="1" dirty="0"/>
              <a:t>Q&amp;A Slide </a:t>
            </a:r>
            <a:endParaRPr lang="en-US"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7359-366A-C75F-B2A1-7BF5EBF4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39D3C-88A2-A5F5-68DA-A34B6C466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041343"/>
          </a:xfrm>
        </p:spPr>
        <p:txBody>
          <a:bodyPr>
            <a:normAutofit/>
          </a:bodyPr>
          <a:lstStyle/>
          <a:p>
            <a:pPr lvl="0" algn="just"/>
            <a:r>
              <a:rPr lang="hi-IN" sz="2400" dirty="0">
                <a:latin typeface="Times New Roman" panose="02020603050405020304" pitchFamily="18" charset="0"/>
              </a:rPr>
              <a:t>Difficulty in understanding customer </a:t>
            </a:r>
            <a:r>
              <a:rPr lang="hi-IN" sz="2400" dirty="0" err="1">
                <a:latin typeface="Times New Roman" panose="02020603050405020304" pitchFamily="18" charset="0"/>
              </a:rPr>
              <a:t>purchasing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spending </a:t>
            </a:r>
            <a:r>
              <a:rPr lang="hi-IN" sz="2400" dirty="0" err="1">
                <a:latin typeface="Times New Roman" panose="02020603050405020304" pitchFamily="18" charset="0"/>
              </a:rPr>
              <a:t>patterns</a:t>
            </a:r>
            <a:r>
              <a:rPr lang="hi-IN" sz="24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</a:rPr>
              <a:t>Unable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to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identify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countries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cities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generating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higher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sales</a:t>
            </a:r>
            <a:r>
              <a:rPr lang="hi-IN" sz="24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</a:rPr>
              <a:t>Unable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to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understand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popular</a:t>
            </a:r>
            <a:r>
              <a:rPr lang="hi-IN" sz="2400" dirty="0">
                <a:latin typeface="Times New Roman" panose="02020603050405020304" pitchFamily="18" charset="0"/>
              </a:rPr>
              <a:t> music genres </a:t>
            </a:r>
            <a:r>
              <a:rPr lang="hi-IN" sz="2400" dirty="0" err="1">
                <a:latin typeface="Times New Roman" panose="02020603050405020304" pitchFamily="18" charset="0"/>
              </a:rPr>
              <a:t>across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different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countries</a:t>
            </a:r>
            <a:r>
              <a:rPr lang="hi-IN" sz="24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400" dirty="0">
                <a:latin typeface="Times New Roman" panose="02020603050405020304" pitchFamily="18" charset="0"/>
              </a:rPr>
              <a:t>Difficulty in identifying </a:t>
            </a:r>
            <a:r>
              <a:rPr lang="hi-IN" sz="2400" dirty="0" err="1">
                <a:latin typeface="Times New Roman" panose="02020603050405020304" pitchFamily="18" charset="0"/>
              </a:rPr>
              <a:t>top-performing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artists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Rock</a:t>
            </a:r>
            <a:r>
              <a:rPr lang="hi-IN" sz="2400" dirty="0">
                <a:latin typeface="Times New Roman" panose="02020603050405020304" pitchFamily="18" charset="0"/>
              </a:rPr>
              <a:t> music </a:t>
            </a:r>
            <a:r>
              <a:rPr lang="hi-IN" sz="2400" dirty="0" err="1">
                <a:latin typeface="Times New Roman" panose="02020603050405020304" pitchFamily="18" charset="0"/>
              </a:rPr>
              <a:t>artists</a:t>
            </a:r>
            <a:r>
              <a:rPr lang="hi-IN" sz="24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</a:rPr>
              <a:t>Unable 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to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identify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high-value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customers</a:t>
            </a:r>
            <a:r>
              <a:rPr lang="hi-IN" sz="2400" dirty="0">
                <a:latin typeface="Times New Roman" panose="02020603050405020304" pitchFamily="18" charset="0"/>
              </a:rPr>
              <a:t> based </a:t>
            </a:r>
            <a:r>
              <a:rPr lang="hi-IN" sz="2400" dirty="0" err="1">
                <a:latin typeface="Times New Roman" panose="02020603050405020304" pitchFamily="18" charset="0"/>
              </a:rPr>
              <a:t>on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their</a:t>
            </a:r>
            <a:r>
              <a:rPr lang="hi-IN" sz="2400" dirty="0">
                <a:latin typeface="Times New Roman" panose="02020603050405020304" pitchFamily="18" charset="0"/>
              </a:rPr>
              <a:t> spending.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</a:rPr>
              <a:t>Unable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to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analyze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track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length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overall</a:t>
            </a:r>
            <a:r>
              <a:rPr lang="hi-IN" sz="2400" dirty="0">
                <a:latin typeface="Times New Roman" panose="02020603050405020304" pitchFamily="18" charset="0"/>
              </a:rPr>
              <a:t> music </a:t>
            </a:r>
            <a:r>
              <a:rPr lang="hi-IN" sz="2400" dirty="0" err="1">
                <a:latin typeface="Times New Roman" panose="02020603050405020304" pitchFamily="18" charset="0"/>
              </a:rPr>
              <a:t>purchasing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behavior</a:t>
            </a:r>
            <a:r>
              <a:rPr lang="hi-IN" sz="2400" dirty="0">
                <a:latin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6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ACBA-5B00-61E4-97C5-375CA0A8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17165-CDDD-F94A-7A57-4990938F8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Analyze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sales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customer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data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uncover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revenue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patterns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customer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value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geographic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performance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preferences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Design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implement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a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structured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relational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database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with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appropriate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primary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keys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foreign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keys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relationships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Import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validate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Store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data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across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related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tables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ensure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data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consistency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accuracy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Analyze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customer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purchases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invoices,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artists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tracks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genres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using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SQL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queries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Apply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SQL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techniques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such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joins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aggregations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subqueries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CTEs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filtering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ranking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derive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meaningful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business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insights</a:t>
            </a:r>
            <a:r>
              <a:rPr lang="hi-I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9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C00C-50DA-86B2-5961-E941EF7E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1C9E4-7841-D256-DC4A-59DAD247B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hi-IN" sz="2400" dirty="0" err="1">
                <a:latin typeface="Times New Roman" panose="02020603050405020304" pitchFamily="18" charset="0"/>
              </a:rPr>
              <a:t>Create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manage</a:t>
            </a:r>
            <a:r>
              <a:rPr lang="hi-IN" sz="2400" dirty="0">
                <a:latin typeface="Times New Roman" panose="02020603050405020304" pitchFamily="18" charset="0"/>
              </a:rPr>
              <a:t> a </a:t>
            </a:r>
            <a:r>
              <a:rPr lang="hi-IN" sz="2400" dirty="0" err="1">
                <a:latin typeface="Times New Roman" panose="02020603050405020304" pitchFamily="18" charset="0"/>
              </a:rPr>
              <a:t>structured</a:t>
            </a:r>
            <a:r>
              <a:rPr lang="hi-IN" sz="2400" dirty="0">
                <a:latin typeface="Times New Roman" panose="02020603050405020304" pitchFamily="18" charset="0"/>
              </a:rPr>
              <a:t> Music </a:t>
            </a:r>
            <a:r>
              <a:rPr lang="hi-IN" sz="2400" dirty="0" err="1">
                <a:latin typeface="Times New Roman" panose="02020603050405020304" pitchFamily="18" charset="0"/>
              </a:rPr>
              <a:t>Store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database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</a:p>
          <a:p>
            <a:pPr lvl="0"/>
            <a:r>
              <a:rPr lang="hi-IN" sz="2400" dirty="0" err="1">
                <a:latin typeface="Times New Roman" panose="02020603050405020304" pitchFamily="18" charset="0"/>
              </a:rPr>
              <a:t>Import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validate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given</a:t>
            </a:r>
            <a:r>
              <a:rPr lang="hi-IN" sz="2400" dirty="0">
                <a:latin typeface="Times New Roman" panose="02020603050405020304" pitchFamily="18" charset="0"/>
              </a:rPr>
              <a:t> CSV </a:t>
            </a:r>
            <a:r>
              <a:rPr lang="hi-IN" sz="2400" dirty="0" err="1">
                <a:latin typeface="Times New Roman" panose="02020603050405020304" pitchFamily="18" charset="0"/>
              </a:rPr>
              <a:t>data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</a:p>
          <a:p>
            <a:pPr lvl="0"/>
            <a:r>
              <a:rPr lang="hi-IN" sz="2400" dirty="0" err="1">
                <a:latin typeface="Times New Roman" panose="02020603050405020304" pitchFamily="18" charset="0"/>
              </a:rPr>
              <a:t>Analyze</a:t>
            </a:r>
            <a:r>
              <a:rPr lang="hi-IN" sz="2400" dirty="0">
                <a:latin typeface="Times New Roman" panose="02020603050405020304" pitchFamily="18" charset="0"/>
              </a:rPr>
              <a:t> customer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invoice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</a:p>
          <a:p>
            <a:pPr lvl="0"/>
            <a:r>
              <a:rPr lang="hi-IN" sz="2400" dirty="0" err="1">
                <a:latin typeface="Times New Roman" panose="02020603050405020304" pitchFamily="18" charset="0"/>
              </a:rPr>
              <a:t>Analyze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artists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tracks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music genres </a:t>
            </a:r>
          </a:p>
          <a:p>
            <a:pPr lvl="0"/>
            <a:r>
              <a:rPr lang="hi-IN" sz="2400" dirty="0" err="1">
                <a:latin typeface="Times New Roman" panose="02020603050405020304" pitchFamily="18" charset="0"/>
              </a:rPr>
              <a:t>Identify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top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customers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artists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locations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</a:p>
          <a:p>
            <a:pPr lvl="0"/>
            <a:r>
              <a:rPr lang="hi-IN" sz="2400" dirty="0" err="1">
                <a:latin typeface="Times New Roman" panose="02020603050405020304" pitchFamily="18" charset="0"/>
              </a:rPr>
              <a:t>Use</a:t>
            </a:r>
            <a:r>
              <a:rPr lang="hi-IN" sz="2400" dirty="0">
                <a:latin typeface="Times New Roman" panose="02020603050405020304" pitchFamily="18" charset="0"/>
              </a:rPr>
              <a:t> SQL </a:t>
            </a:r>
            <a:r>
              <a:rPr lang="hi-IN" sz="2400" dirty="0" err="1">
                <a:latin typeface="Times New Roman" panose="02020603050405020304" pitchFamily="18" charset="0"/>
              </a:rPr>
              <a:t>to</a:t>
            </a:r>
            <a:r>
              <a:rPr lang="hi-IN" sz="2400" dirty="0">
                <a:latin typeface="Times New Roman" panose="02020603050405020304" pitchFamily="18" charset="0"/>
              </a:rPr>
              <a:t> generate </a:t>
            </a:r>
            <a:r>
              <a:rPr lang="hi-IN" sz="2400" dirty="0" err="1">
                <a:latin typeface="Times New Roman" panose="02020603050405020304" pitchFamily="18" charset="0"/>
              </a:rPr>
              <a:t>meaningful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business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insights</a:t>
            </a:r>
            <a:endParaRPr lang="hi-IN" sz="2400" dirty="0">
              <a:latin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25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AFD1-7F65-F8FD-4C40-886C5D97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476DA-3301-2414-78C8-3D6EE88FB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370574" cy="3690272"/>
          </a:xfrm>
        </p:spPr>
        <p:txBody>
          <a:bodyPr>
            <a:normAutofit/>
          </a:bodyPr>
          <a:lstStyle/>
          <a:p>
            <a:pPr lvl="0" algn="just"/>
            <a:r>
              <a:rPr lang="hi-IN" sz="2000" dirty="0">
                <a:latin typeface="Times New Roman" panose="02020603050405020304" pitchFamily="18" charset="0"/>
              </a:rPr>
              <a:t>Music </a:t>
            </a:r>
            <a:r>
              <a:rPr lang="hi-IN" sz="2000" dirty="0" err="1">
                <a:latin typeface="Times New Roman" panose="02020603050405020304" pitchFamily="18" charset="0"/>
              </a:rPr>
              <a:t>Store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is</a:t>
            </a:r>
            <a:r>
              <a:rPr lang="hi-IN" sz="2000" dirty="0">
                <a:latin typeface="Times New Roman" panose="02020603050405020304" pitchFamily="18" charset="0"/>
              </a:rPr>
              <a:t> a SQL-</a:t>
            </a:r>
            <a:r>
              <a:rPr lang="hi-IN" sz="2000" dirty="0" err="1">
                <a:latin typeface="Times New Roman" panose="02020603050405020304" pitchFamily="18" charset="0"/>
              </a:rPr>
              <a:t>based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project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using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MySQL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project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works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with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related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customers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employees</a:t>
            </a:r>
            <a:r>
              <a:rPr lang="hi-IN" sz="2000" dirty="0">
                <a:latin typeface="Times New Roman" panose="02020603050405020304" pitchFamily="18" charset="0"/>
              </a:rPr>
              <a:t>, invoices, </a:t>
            </a:r>
            <a:r>
              <a:rPr lang="hi-IN" sz="2000" dirty="0" err="1">
                <a:latin typeface="Times New Roman" panose="02020603050405020304" pitchFamily="18" charset="0"/>
              </a:rPr>
              <a:t>tracks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albums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artists</a:t>
            </a:r>
            <a:r>
              <a:rPr lang="hi-IN" sz="2000" dirty="0">
                <a:latin typeface="Times New Roman" panose="02020603050405020304" pitchFamily="18" charset="0"/>
              </a:rPr>
              <a:t>, genres,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playlists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organized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related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relational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tables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using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primary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keys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foreign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keys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project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uses</a:t>
            </a:r>
            <a:r>
              <a:rPr lang="hi-IN" sz="2000" dirty="0">
                <a:latin typeface="Times New Roman" panose="02020603050405020304" pitchFamily="18" charset="0"/>
              </a:rPr>
              <a:t> SQL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analyze</a:t>
            </a:r>
            <a:r>
              <a:rPr lang="hi-IN" sz="2000" dirty="0">
                <a:latin typeface="Times New Roman" panose="02020603050405020304" pitchFamily="18" charset="0"/>
              </a:rPr>
              <a:t> customer </a:t>
            </a:r>
            <a:r>
              <a:rPr lang="hi-IN" sz="2000" dirty="0" err="1">
                <a:latin typeface="Times New Roman" panose="02020603050405020304" pitchFamily="18" charset="0"/>
              </a:rPr>
              <a:t>purchases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sales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artists</a:t>
            </a:r>
            <a:r>
              <a:rPr lang="hi-IN" sz="2000" dirty="0">
                <a:latin typeface="Times New Roman" panose="02020603050405020304" pitchFamily="18" charset="0"/>
              </a:rPr>
              <a:t>, genres,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geographic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patterns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helps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convert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available</a:t>
            </a:r>
            <a:r>
              <a:rPr lang="hi-IN" sz="2000" dirty="0"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latin typeface="Times New Roman" panose="02020603050405020304" pitchFamily="18" charset="0"/>
              </a:rPr>
              <a:t>Store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meaningful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business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insights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</a:p>
          <a:p>
            <a:pPr lvl="0" algn="just"/>
            <a:endParaRPr lang="hi-I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23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9FEC1-F88F-3615-2C3D-35DDF89C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136" y="1042219"/>
            <a:ext cx="11068664" cy="51347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</a:p>
          <a:p>
            <a:pPr marL="11430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DIAGRAM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51306E-ECFE-FFDB-DA98-34BEF841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157316"/>
            <a:ext cx="3775587" cy="78658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8657F7-41B0-A425-4D22-B8C4786B7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595" y="851823"/>
            <a:ext cx="9999406" cy="600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ED4365-879C-456D-1598-06168C40B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081647"/>
              </p:ext>
            </p:extLst>
          </p:nvPr>
        </p:nvGraphicFramePr>
        <p:xfrm>
          <a:off x="698090" y="835743"/>
          <a:ext cx="10795820" cy="5456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3312">
                  <a:extLst>
                    <a:ext uri="{9D8B030D-6E8A-4147-A177-3AD203B41FA5}">
                      <a16:colId xmlns:a16="http://schemas.microsoft.com/office/drawing/2014/main" val="2361668760"/>
                    </a:ext>
                  </a:extLst>
                </a:gridCol>
                <a:gridCol w="4546254">
                  <a:extLst>
                    <a:ext uri="{9D8B030D-6E8A-4147-A177-3AD203B41FA5}">
                      <a16:colId xmlns:a16="http://schemas.microsoft.com/office/drawing/2014/main" val="2575368652"/>
                    </a:ext>
                  </a:extLst>
                </a:gridCol>
                <a:gridCol w="4546254">
                  <a:extLst>
                    <a:ext uri="{9D8B030D-6E8A-4147-A177-3AD203B41FA5}">
                      <a16:colId xmlns:a16="http://schemas.microsoft.com/office/drawing/2014/main" val="1984723928"/>
                    </a:ext>
                  </a:extLst>
                </a:gridCol>
              </a:tblGrid>
              <a:tr h="29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 dirty="0" err="1"/>
                        <a:t>Tabl</a:t>
                      </a:r>
                      <a:r>
                        <a:rPr lang="en-IN" sz="1400" b="1" dirty="0"/>
                        <a:t>e </a:t>
                      </a:r>
                      <a:r>
                        <a:rPr lang="hi-IN" sz="1400" b="1" dirty="0" err="1"/>
                        <a:t>Name</a:t>
                      </a:r>
                      <a:endParaRPr lang="hi-IN" sz="1400" b="1" dirty="0"/>
                    </a:p>
                  </a:txBody>
                  <a:tcPr marL="59881" marR="59881" marT="29940" marB="2994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/>
                        <a:t>Description</a:t>
                      </a:r>
                    </a:p>
                  </a:txBody>
                  <a:tcPr marL="59881" marR="59881" marT="29940" marB="2994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 dirty="0" err="1"/>
                        <a:t>Columns</a:t>
                      </a:r>
                      <a:r>
                        <a:rPr lang="hi-IN" sz="1400" b="1" dirty="0"/>
                        <a:t> </a:t>
                      </a:r>
                      <a:r>
                        <a:rPr lang="hi-IN" sz="1400" b="1" dirty="0" err="1"/>
                        <a:t>it</a:t>
                      </a:r>
                      <a:r>
                        <a:rPr lang="hi-IN" sz="1400" b="1" dirty="0"/>
                        <a:t> </a:t>
                      </a:r>
                      <a:r>
                        <a:rPr lang="hi-IN" sz="1400" b="1" dirty="0" err="1"/>
                        <a:t>Contains</a:t>
                      </a:r>
                      <a:endParaRPr lang="hi-IN" sz="1400" b="1" dirty="0"/>
                    </a:p>
                  </a:txBody>
                  <a:tcPr marL="59881" marR="59881" marT="29940" marB="2994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78251"/>
                  </a:ext>
                </a:extLst>
              </a:tr>
              <a:tr h="743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Employee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Stores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employee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details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job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roles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levels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and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reporting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relationships</a:t>
                      </a:r>
                      <a:r>
                        <a:rPr lang="hi-IN" sz="1200" dirty="0"/>
                        <a:t>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employee_id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last_name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first_name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title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reports_to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birthdate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hire_date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address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city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state</a:t>
                      </a:r>
                      <a:r>
                        <a:rPr lang="hi-IN" sz="1200" dirty="0"/>
                        <a:t>, country, </a:t>
                      </a:r>
                      <a:r>
                        <a:rPr lang="hi-IN" sz="1200" dirty="0" err="1"/>
                        <a:t>postal_code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phone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fax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email</a:t>
                      </a:r>
                      <a:endParaRPr lang="hi-IN" sz="1200" dirty="0"/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316798252"/>
                  </a:ext>
                </a:extLst>
              </a:tr>
              <a:tr h="743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/>
                        <a:t>Customer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Stores</a:t>
                      </a:r>
                      <a:r>
                        <a:rPr lang="hi-IN" sz="1200" dirty="0"/>
                        <a:t> customer </a:t>
                      </a:r>
                      <a:r>
                        <a:rPr lang="hi-IN" sz="1200" dirty="0" err="1"/>
                        <a:t>information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and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assigned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support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representative</a:t>
                      </a:r>
                      <a:r>
                        <a:rPr lang="hi-IN" sz="1200" dirty="0"/>
                        <a:t>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customer_id, first_name, last_name, company, address, city, state, country, postal_code, phone, fax, email, support_rep_id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1945164946"/>
                  </a:ext>
                </a:extLst>
              </a:tr>
              <a:tr h="66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Invoice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Records</a:t>
                      </a:r>
                      <a:r>
                        <a:rPr lang="hi-IN" sz="1200" dirty="0"/>
                        <a:t> customer </a:t>
                      </a:r>
                      <a:r>
                        <a:rPr lang="hi-IN" sz="1200" dirty="0" err="1"/>
                        <a:t>transactions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billing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details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dates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and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purchase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totals</a:t>
                      </a:r>
                      <a:r>
                        <a:rPr lang="hi-IN" sz="1200" dirty="0"/>
                        <a:t>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invoice_id, customer_id, invoice_date, billing_address, billing_city, billing_state, billing_country, billing_postal_code, total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2147552711"/>
                  </a:ext>
                </a:extLst>
              </a:tr>
              <a:tr h="417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InvoiceLine</a:t>
                      </a:r>
                      <a:endParaRPr lang="hi-IN" sz="1200" dirty="0"/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Stores individual tracks purchased within each invoice.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invoice_line_id, invoice_id, track_id, unit_price, quantity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4089708543"/>
                  </a:ext>
                </a:extLst>
              </a:tr>
              <a:tr h="575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Track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Stores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individual</a:t>
                      </a:r>
                      <a:r>
                        <a:rPr lang="hi-IN" sz="1200" dirty="0"/>
                        <a:t> music </a:t>
                      </a:r>
                      <a:r>
                        <a:rPr lang="hi-IN" sz="1200" dirty="0" err="1"/>
                        <a:t>tracks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and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their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associated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metadata</a:t>
                      </a:r>
                      <a:r>
                        <a:rPr lang="hi-IN" sz="1200" dirty="0"/>
                        <a:t>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track_id, name, album_id, media_type_id, genre_id, composer, milliseconds, bytes, unit_price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4041207667"/>
                  </a:ext>
                </a:extLst>
              </a:tr>
              <a:tr h="264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Artist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Stores information about music artists.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artist_id, name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1979103464"/>
                  </a:ext>
                </a:extLst>
              </a:tr>
              <a:tr h="40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Album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Stores album information and its associated artist.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album_id, title, artist_id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2719596736"/>
                  </a:ext>
                </a:extLst>
              </a:tr>
              <a:tr h="264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Genre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Stores available music genre categories.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genre_id, name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258464459"/>
                  </a:ext>
                </a:extLst>
              </a:tr>
              <a:tr h="40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MediaType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Stores the media types associated with tracks.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media_type_id, name</a:t>
                      </a:r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3052530027"/>
                  </a:ext>
                </a:extLst>
              </a:tr>
              <a:tr h="264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Playlist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Stores playlist information.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playlist_id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name</a:t>
                      </a:r>
                      <a:endParaRPr lang="hi-IN" sz="1200" dirty="0"/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2242826007"/>
                  </a:ext>
                </a:extLst>
              </a:tr>
              <a:tr h="40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PlaylistTrack</a:t>
                      </a:r>
                      <a:endParaRPr lang="hi-IN" sz="1200" dirty="0"/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Connects playlists with their associated tracks.</a:t>
                      </a:r>
                    </a:p>
                  </a:txBody>
                  <a:tcPr marL="59881" marR="59881" marT="29940" marB="29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playlist_id</a:t>
                      </a:r>
                      <a:r>
                        <a:rPr lang="hi-IN" sz="1200" dirty="0"/>
                        <a:t>, </a:t>
                      </a:r>
                      <a:r>
                        <a:rPr lang="hi-IN" sz="1200" dirty="0" err="1"/>
                        <a:t>track_id</a:t>
                      </a:r>
                      <a:endParaRPr lang="hi-IN" sz="1200" dirty="0"/>
                    </a:p>
                  </a:txBody>
                  <a:tcPr marL="59881" marR="59881" marT="29940" marB="29940" anchor="ctr"/>
                </a:tc>
                <a:extLst>
                  <a:ext uri="{0D108BD9-81ED-4DB2-BD59-A6C34878D82A}">
                    <a16:rowId xmlns:a16="http://schemas.microsoft.com/office/drawing/2014/main" val="22122779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162E8C-3E40-0899-F896-45C2A0E28D56}"/>
              </a:ext>
            </a:extLst>
          </p:cNvPr>
          <p:cNvSpPr txBox="1"/>
          <p:nvPr/>
        </p:nvSpPr>
        <p:spPr>
          <a:xfrm>
            <a:off x="245806" y="17359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OVERVIEW</a:t>
            </a:r>
          </a:p>
        </p:txBody>
      </p:sp>
    </p:spTree>
    <p:extLst>
      <p:ext uri="{BB962C8B-B14F-4D97-AF65-F5344CB8AC3E}">
        <p14:creationId xmlns:p14="http://schemas.microsoft.com/office/powerpoint/2010/main" val="65232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CB77-BE8D-D981-9CC4-E74CC22A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116"/>
            <a:ext cx="10515600" cy="63909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CARDINALITIES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BDBEC1-8B60-8EF4-4EE1-70847FD89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04004"/>
              </p:ext>
            </p:extLst>
          </p:nvPr>
        </p:nvGraphicFramePr>
        <p:xfrm>
          <a:off x="1219198" y="1101213"/>
          <a:ext cx="10134600" cy="514023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2313043073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310561934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72290935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803072881"/>
                    </a:ext>
                  </a:extLst>
                </a:gridCol>
              </a:tblGrid>
              <a:tr h="254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 dirty="0" err="1"/>
                        <a:t>ParentTable</a:t>
                      </a:r>
                      <a:endParaRPr lang="hi-IN" sz="1400" b="1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/>
                        <a:t>Child Table</a:t>
                      </a:r>
                      <a:endParaRPr lang="hi-IN" sz="1400" b="1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 dirty="0" err="1"/>
                        <a:t>Relationship</a:t>
                      </a:r>
                      <a:endParaRPr lang="hi-IN" sz="1400" b="1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400" b="1" dirty="0" err="1"/>
                        <a:t>Cardinality</a:t>
                      </a:r>
                      <a:endParaRPr lang="hi-IN" sz="1400" b="1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188921688"/>
                  </a:ext>
                </a:extLst>
              </a:tr>
              <a:tr h="40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Artist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Album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Artist can have many Albums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/>
                        <a:t>1 : N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038033878"/>
                  </a:ext>
                </a:extLst>
              </a:tr>
              <a:tr h="40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Album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Track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Album can have many Tracks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847720282"/>
                  </a:ext>
                </a:extLst>
              </a:tr>
              <a:tr h="40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Genre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Track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Genre can have many Tracks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032243382"/>
                  </a:ext>
                </a:extLst>
              </a:tr>
              <a:tr h="44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MediaType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Track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One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Media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Type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can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have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many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Tracks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376796333"/>
                  </a:ext>
                </a:extLst>
              </a:tr>
              <a:tr h="40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/>
                        <a:t>Customer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Invoice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One</a:t>
                      </a:r>
                      <a:r>
                        <a:rPr lang="hi-IN" sz="1200" dirty="0"/>
                        <a:t> Customer </a:t>
                      </a:r>
                      <a:r>
                        <a:rPr lang="hi-IN" sz="1200" dirty="0" err="1"/>
                        <a:t>can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have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many</a:t>
                      </a:r>
                      <a:r>
                        <a:rPr lang="hi-IN" sz="1200" dirty="0"/>
                        <a:t> Invoices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544172699"/>
                  </a:ext>
                </a:extLst>
              </a:tr>
              <a:tr h="44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Employee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Customer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One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Employee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can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support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many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Customers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577754957"/>
                  </a:ext>
                </a:extLst>
              </a:tr>
              <a:tr h="56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Employee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Employee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Employee can manage/report to many Employees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990192447"/>
                  </a:ext>
                </a:extLst>
              </a:tr>
              <a:tr h="44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Invoice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Invoice</a:t>
                      </a:r>
                      <a:r>
                        <a:rPr lang="en-IN" sz="1200" dirty="0"/>
                        <a:t> </a:t>
                      </a:r>
                      <a:r>
                        <a:rPr lang="hi-IN" sz="1200" dirty="0" err="1"/>
                        <a:t>Line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Invoice can contain many Invoice Lines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716929613"/>
                  </a:ext>
                </a:extLst>
              </a:tr>
              <a:tr h="44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Track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InvoiceLine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Track can appear in many Invoice Lines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872553106"/>
                  </a:ext>
                </a:extLst>
              </a:tr>
              <a:tr h="44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Playlist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PlaylistTrack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One Playlist can have many PlaylistTrack records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1 : N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108207149"/>
                  </a:ext>
                </a:extLst>
              </a:tr>
              <a:tr h="44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Track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/>
                        <a:t>PlaylistTrack</a:t>
                      </a:r>
                      <a:endParaRPr lang="hi-IN" sz="120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 err="1"/>
                        <a:t>One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Track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can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appear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in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many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PlaylistTrack</a:t>
                      </a:r>
                      <a:r>
                        <a:rPr lang="hi-IN" sz="1200" dirty="0"/>
                        <a:t> </a:t>
                      </a:r>
                      <a:r>
                        <a:rPr lang="hi-IN" sz="1200" dirty="0" err="1"/>
                        <a:t>records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200" dirty="0"/>
                        <a:t>1 : N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45937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0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9516-8CA4-0175-C232-13E99B01E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1" y="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48F60-F88C-354C-823C-C1FB685A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081548"/>
            <a:ext cx="10950677" cy="50734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1 : 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Who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is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senior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most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employee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based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on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job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title</a:t>
            </a:r>
            <a:r>
              <a:rPr lang="hi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? </a:t>
            </a:r>
          </a:p>
          <a:p>
            <a:pPr marL="11430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hi-I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    </a:t>
            </a:r>
            <a:r>
              <a:rPr lang="hi-IN" sz="2000" dirty="0" err="1">
                <a:latin typeface="Times New Roman" panose="02020603050405020304" pitchFamily="18" charset="0"/>
              </a:rPr>
              <a:t>Andrew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Adams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senior-most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employee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with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highest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level</a:t>
            </a:r>
            <a:r>
              <a:rPr lang="hi-IN" sz="2000" dirty="0">
                <a:latin typeface="Times New Roman" panose="02020603050405020304" pitchFamily="18" charset="0"/>
              </a:rPr>
              <a:t> (L6) </a:t>
            </a:r>
            <a:r>
              <a:rPr lang="hi-IN" sz="2000" dirty="0" err="1">
                <a:latin typeface="Times New Roman" panose="02020603050405020304" pitchFamily="18" charset="0"/>
              </a:rPr>
              <a:t>among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employees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779D2-3F43-942E-FCC1-34A1E2EB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09" y="1698389"/>
            <a:ext cx="4648527" cy="132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8A9985-6DA3-538E-EDBF-AE160ADC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261" y="3429000"/>
            <a:ext cx="8694720" cy="135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8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FC131-AC56-2F1D-3ED4-E4078166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99768"/>
            <a:ext cx="10515600" cy="557719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2: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Which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countries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have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most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Invoices? </a:t>
            </a:r>
          </a:p>
          <a:p>
            <a:pPr marL="114300" indent="0">
              <a:buNone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 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 identifies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countries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with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highest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number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of</a:t>
            </a:r>
            <a:r>
              <a:rPr lang="hi-IN" sz="2000" dirty="0">
                <a:latin typeface="Times New Roman" panose="02020603050405020304" pitchFamily="18" charset="0"/>
              </a:rPr>
              <a:t> invoices, </a:t>
            </a:r>
            <a:r>
              <a:rPr lang="hi-IN" sz="2000" dirty="0" err="1">
                <a:latin typeface="Times New Roman" panose="02020603050405020304" pitchFamily="18" charset="0"/>
              </a:rPr>
              <a:t>showing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where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latin typeface="Times New Roman" panose="02020603050405020304" pitchFamily="18" charset="0"/>
              </a:rPr>
              <a:t>Store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has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most</a:t>
            </a:r>
            <a:r>
              <a:rPr lang="hi-IN" sz="2000" dirty="0">
                <a:latin typeface="Times New Roman" panose="02020603050405020304" pitchFamily="18" charset="0"/>
              </a:rPr>
              <a:t> customer </a:t>
            </a:r>
            <a:r>
              <a:rPr lang="hi-IN" sz="2000" dirty="0" err="1">
                <a:latin typeface="Times New Roman" panose="02020603050405020304" pitchFamily="18" charset="0"/>
              </a:rPr>
              <a:t>transactions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5D15B-6AA7-CE44-1A03-4C7E80A2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019" y="1269314"/>
            <a:ext cx="5604387" cy="1188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457777-3B05-6396-72D2-909B811F6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723" y="2629416"/>
            <a:ext cx="4173993" cy="251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85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67AC2-3ADD-6C58-C789-4F008C717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39097"/>
            <a:ext cx="10515600" cy="55378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3: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What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are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top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3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values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of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total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invoice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? 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identifies the three highest invoice amounts in the dataset. It helps highlight the store's largest individual transactions. 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39BCD-B687-1E92-AE42-04D26B9D5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17" y="1359271"/>
            <a:ext cx="5279922" cy="1718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6BE6C9-28C3-7766-8B14-541BE409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646" y="3077497"/>
            <a:ext cx="2522759" cy="16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96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FC4C3-ABF2-57AF-FABD-B40C457CD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60439"/>
            <a:ext cx="10515600" cy="561652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4: 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Which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city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has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best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customers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? -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would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like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throw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a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promotional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Music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Festival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in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city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made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most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money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Write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a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query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that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returns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one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city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that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has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highest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sum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of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invoice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totals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Return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both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the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city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name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&amp;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sum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of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all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invoice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hi-IN" sz="24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totals</a:t>
            </a:r>
            <a:r>
              <a:rPr lang="hi-I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  <a:p>
            <a:pPr marL="114300" indent="0" algn="just">
              <a:buNone/>
            </a:pPr>
            <a:r>
              <a:rPr lang="hi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 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 identifies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city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generating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highest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total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invoice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revenue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helping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business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identify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its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highest-revenue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location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785AE-EA4D-3440-BD34-1DCFC189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51" y="1685333"/>
            <a:ext cx="6056671" cy="1350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F405BB-AC62-2375-C914-7E0D4EA1D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077" y="3232035"/>
            <a:ext cx="5108217" cy="214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82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CF164-8166-5D55-D1C8-9D28A5F8F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89935"/>
            <a:ext cx="10515600" cy="5587028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5: </a:t>
            </a:r>
            <a:r>
              <a:rPr lang="hi-IN" sz="2000" b="1" dirty="0" err="1">
                <a:latin typeface="Times New Roman" panose="02020603050405020304" pitchFamily="18" charset="0"/>
              </a:rPr>
              <a:t>Who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is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best</a:t>
            </a:r>
            <a:r>
              <a:rPr lang="hi-IN" sz="2000" b="1" dirty="0">
                <a:latin typeface="Times New Roman" panose="02020603050405020304" pitchFamily="18" charset="0"/>
              </a:rPr>
              <a:t> customer? -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customer </a:t>
            </a:r>
            <a:r>
              <a:rPr lang="hi-IN" sz="2000" b="1" dirty="0" err="1">
                <a:latin typeface="Times New Roman" panose="02020603050405020304" pitchFamily="18" charset="0"/>
              </a:rPr>
              <a:t>who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has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spent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money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will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declared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best</a:t>
            </a:r>
            <a:r>
              <a:rPr lang="hi-IN" sz="2000" b="1" dirty="0">
                <a:latin typeface="Times New Roman" panose="02020603050405020304" pitchFamily="18" charset="0"/>
              </a:rPr>
              <a:t> customer. </a:t>
            </a:r>
            <a:r>
              <a:rPr lang="hi-IN" sz="2000" b="1" dirty="0" err="1">
                <a:latin typeface="Times New Roman" panose="02020603050405020304" pitchFamily="18" charset="0"/>
              </a:rPr>
              <a:t>Write</a:t>
            </a:r>
            <a:r>
              <a:rPr lang="hi-IN" sz="2000" b="1" dirty="0">
                <a:latin typeface="Times New Roman" panose="02020603050405020304" pitchFamily="18" charset="0"/>
              </a:rPr>
              <a:t> a </a:t>
            </a:r>
            <a:r>
              <a:rPr lang="hi-IN" sz="2000" b="1" dirty="0" err="1">
                <a:latin typeface="Times New Roman" panose="02020603050405020304" pitchFamily="18" charset="0"/>
              </a:rPr>
              <a:t>query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that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returns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person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who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has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spent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money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11430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analysis</a:t>
            </a:r>
            <a:r>
              <a:rPr lang="hi-IN" sz="2400" dirty="0">
                <a:latin typeface="Times New Roman" panose="02020603050405020304" pitchFamily="18" charset="0"/>
              </a:rPr>
              <a:t> identifies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customer </a:t>
            </a:r>
            <a:r>
              <a:rPr lang="hi-IN" sz="2400" dirty="0" err="1">
                <a:latin typeface="Times New Roman" panose="02020603050405020304" pitchFamily="18" charset="0"/>
              </a:rPr>
              <a:t>who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has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spent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most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money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representing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highest-value</a:t>
            </a:r>
            <a:r>
              <a:rPr lang="hi-IN" sz="2400" dirty="0">
                <a:latin typeface="Times New Roman" panose="02020603050405020304" pitchFamily="18" charset="0"/>
              </a:rPr>
              <a:t> customer </a:t>
            </a:r>
            <a:r>
              <a:rPr lang="hi-IN" sz="2400" dirty="0" err="1">
                <a:latin typeface="Times New Roman" panose="02020603050405020304" pitchFamily="18" charset="0"/>
              </a:rPr>
              <a:t>in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Music </a:t>
            </a:r>
            <a:r>
              <a:rPr lang="hi-IN" sz="2400" dirty="0" err="1">
                <a:latin typeface="Times New Roman" panose="02020603050405020304" pitchFamily="18" charset="0"/>
              </a:rPr>
              <a:t>Store</a:t>
            </a:r>
            <a:r>
              <a:rPr lang="hi-IN" sz="2400" dirty="0">
                <a:latin typeface="Times New Roman" panose="02020603050405020304" pitchFamily="18" charset="0"/>
              </a:rPr>
              <a:t>.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66078-3349-3C3C-D3BA-426212F4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472" y="1828800"/>
            <a:ext cx="8736957" cy="1740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038B2A-366B-1600-E1E5-699BD98F2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61" y="3854167"/>
            <a:ext cx="5722374" cy="142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92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0369-E1A9-69B9-05CE-FDCBDF67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4130"/>
            <a:ext cx="10515600" cy="5832834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6: </a:t>
            </a:r>
            <a:r>
              <a:rPr lang="hi-IN" sz="2000" b="1" dirty="0" err="1">
                <a:latin typeface="Times New Roman" panose="02020603050405020304" pitchFamily="18" charset="0"/>
              </a:rPr>
              <a:t>Write</a:t>
            </a:r>
            <a:r>
              <a:rPr lang="hi-IN" sz="2000" b="1" dirty="0">
                <a:latin typeface="Times New Roman" panose="02020603050405020304" pitchFamily="18" charset="0"/>
              </a:rPr>
              <a:t> a </a:t>
            </a:r>
            <a:r>
              <a:rPr lang="hi-IN" sz="2000" b="1" dirty="0" err="1">
                <a:latin typeface="Times New Roman" panose="02020603050405020304" pitchFamily="18" charset="0"/>
              </a:rPr>
              <a:t>query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return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email</a:t>
            </a:r>
            <a:r>
              <a:rPr lang="hi-IN" sz="2000" b="1" dirty="0">
                <a:latin typeface="Times New Roman" panose="02020603050405020304" pitchFamily="18" charset="0"/>
              </a:rPr>
              <a:t>, </a:t>
            </a:r>
            <a:r>
              <a:rPr lang="hi-IN" sz="2000" b="1" dirty="0" err="1">
                <a:latin typeface="Times New Roman" panose="02020603050405020304" pitchFamily="18" charset="0"/>
              </a:rPr>
              <a:t>first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name</a:t>
            </a:r>
            <a:r>
              <a:rPr lang="hi-IN" sz="2000" b="1" dirty="0">
                <a:latin typeface="Times New Roman" panose="02020603050405020304" pitchFamily="18" charset="0"/>
              </a:rPr>
              <a:t>, </a:t>
            </a:r>
            <a:r>
              <a:rPr lang="hi-IN" sz="2000" b="1" dirty="0" err="1">
                <a:latin typeface="Times New Roman" panose="02020603050405020304" pitchFamily="18" charset="0"/>
              </a:rPr>
              <a:t>last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name</a:t>
            </a:r>
            <a:r>
              <a:rPr lang="hi-IN" sz="2000" b="1" dirty="0">
                <a:latin typeface="Times New Roman" panose="02020603050405020304" pitchFamily="18" charset="0"/>
              </a:rPr>
              <a:t>, &amp; </a:t>
            </a:r>
            <a:r>
              <a:rPr lang="hi-IN" sz="2000" b="1" dirty="0" err="1">
                <a:latin typeface="Times New Roman" panose="02020603050405020304" pitchFamily="18" charset="0"/>
              </a:rPr>
              <a:t>Genre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of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all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Rock</a:t>
            </a:r>
            <a:r>
              <a:rPr lang="hi-IN" sz="2000" b="1" dirty="0">
                <a:latin typeface="Times New Roman" panose="02020603050405020304" pitchFamily="18" charset="0"/>
              </a:rPr>
              <a:t> Music </a:t>
            </a:r>
            <a:r>
              <a:rPr lang="hi-IN" sz="2000" b="1" dirty="0" err="1">
                <a:latin typeface="Times New Roman" panose="02020603050405020304" pitchFamily="18" charset="0"/>
              </a:rPr>
              <a:t>listeners</a:t>
            </a:r>
            <a:r>
              <a:rPr lang="hi-IN" sz="2000" b="1" dirty="0">
                <a:latin typeface="Times New Roman" panose="02020603050405020304" pitchFamily="18" charset="0"/>
              </a:rPr>
              <a:t>. </a:t>
            </a:r>
            <a:r>
              <a:rPr lang="hi-IN" sz="2000" b="1" dirty="0" err="1">
                <a:latin typeface="Times New Roman" panose="02020603050405020304" pitchFamily="18" charset="0"/>
              </a:rPr>
              <a:t>Return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your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list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ordered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alphabetically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email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starting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with</a:t>
            </a:r>
            <a:r>
              <a:rPr lang="hi-IN" sz="2000" b="1" dirty="0">
                <a:latin typeface="Times New Roman" panose="02020603050405020304" pitchFamily="18" charset="0"/>
              </a:rPr>
              <a:t> A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 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 identifies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customers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who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have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purchased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Rock</a:t>
            </a:r>
            <a:r>
              <a:rPr lang="hi-IN" sz="2000" dirty="0">
                <a:latin typeface="Times New Roman" panose="02020603050405020304" pitchFamily="18" charset="0"/>
              </a:rPr>
              <a:t> music, </a:t>
            </a:r>
            <a:r>
              <a:rPr lang="hi-IN" sz="2000" dirty="0" err="1">
                <a:latin typeface="Times New Roman" panose="02020603050405020304" pitchFamily="18" charset="0"/>
              </a:rPr>
              <a:t>helping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business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understand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its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Rock</a:t>
            </a:r>
            <a:r>
              <a:rPr lang="hi-IN" sz="2000" dirty="0">
                <a:latin typeface="Times New Roman" panose="02020603050405020304" pitchFamily="18" charset="0"/>
              </a:rPr>
              <a:t> music customer </a:t>
            </a:r>
            <a:r>
              <a:rPr lang="hi-IN" sz="2000" dirty="0" err="1">
                <a:latin typeface="Times New Roman" panose="02020603050405020304" pitchFamily="18" charset="0"/>
              </a:rPr>
              <a:t>segment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C17B76-6766-C46B-9C95-6DA00F36A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576" y="1101214"/>
            <a:ext cx="7187381" cy="19639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F6F664-6592-7FF7-F956-818EB16BD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137" y="3429000"/>
            <a:ext cx="6208257" cy="181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73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2AC5D-7AB5-70A9-9A4F-76A9255B7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633" y="324465"/>
            <a:ext cx="11680722" cy="597801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7: </a:t>
            </a:r>
            <a:r>
              <a:rPr lang="hi-IN" sz="2000" b="1" dirty="0" err="1">
                <a:latin typeface="Times New Roman" panose="02020603050405020304" pitchFamily="18" charset="0"/>
              </a:rPr>
              <a:t>Let's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invite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artists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who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have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written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rock</a:t>
            </a:r>
            <a:r>
              <a:rPr lang="hi-IN" sz="2000" b="1" dirty="0">
                <a:latin typeface="Times New Roman" panose="02020603050405020304" pitchFamily="18" charset="0"/>
              </a:rPr>
              <a:t> music </a:t>
            </a:r>
            <a:r>
              <a:rPr lang="hi-IN" sz="2000" b="1" dirty="0" err="1">
                <a:latin typeface="Times New Roman" panose="02020603050405020304" pitchFamily="18" charset="0"/>
              </a:rPr>
              <a:t>in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our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dataset</a:t>
            </a:r>
            <a:r>
              <a:rPr lang="hi-IN" sz="2000" b="1" dirty="0">
                <a:latin typeface="Times New Roman" panose="02020603050405020304" pitchFamily="18" charset="0"/>
              </a:rPr>
              <a:t>. </a:t>
            </a:r>
            <a:r>
              <a:rPr lang="hi-IN" sz="2000" b="1" dirty="0" err="1">
                <a:latin typeface="Times New Roman" panose="02020603050405020304" pitchFamily="18" charset="0"/>
              </a:rPr>
              <a:t>Write</a:t>
            </a:r>
            <a:r>
              <a:rPr lang="hi-IN" sz="2000" b="1" dirty="0">
                <a:latin typeface="Times New Roman" panose="02020603050405020304" pitchFamily="18" charset="0"/>
              </a:rPr>
              <a:t> a </a:t>
            </a:r>
            <a:r>
              <a:rPr lang="hi-IN" sz="2000" b="1" dirty="0" err="1">
                <a:latin typeface="Times New Roman" panose="02020603050405020304" pitchFamily="18" charset="0"/>
              </a:rPr>
              <a:t>query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that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returns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Artist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name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and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total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track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count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of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top</a:t>
            </a:r>
            <a:r>
              <a:rPr lang="hi-IN" sz="2000" b="1" dirty="0">
                <a:latin typeface="Times New Roman" panose="02020603050405020304" pitchFamily="18" charset="0"/>
              </a:rPr>
              <a:t> 10 </a:t>
            </a:r>
            <a:r>
              <a:rPr lang="hi-IN" sz="2000" b="1" dirty="0" err="1">
                <a:latin typeface="Times New Roman" panose="02020603050405020304" pitchFamily="18" charset="0"/>
              </a:rPr>
              <a:t>rock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bands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  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analysis</a:t>
            </a:r>
            <a:r>
              <a:rPr lang="hi-IN" sz="2400" dirty="0">
                <a:latin typeface="Times New Roman" panose="02020603050405020304" pitchFamily="18" charset="0"/>
              </a:rPr>
              <a:t> identifies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top</a:t>
            </a:r>
            <a:r>
              <a:rPr lang="hi-IN" sz="2400" dirty="0">
                <a:latin typeface="Times New Roman" panose="02020603050405020304" pitchFamily="18" charset="0"/>
              </a:rPr>
              <a:t> 10 </a:t>
            </a:r>
            <a:r>
              <a:rPr lang="hi-IN" sz="2400" dirty="0" err="1">
                <a:latin typeface="Times New Roman" panose="02020603050405020304" pitchFamily="18" charset="0"/>
              </a:rPr>
              <a:t>artists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with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highest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number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of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Rock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tracks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Music </a:t>
            </a:r>
            <a:r>
              <a:rPr lang="hi-IN" sz="2400" dirty="0" err="1">
                <a:latin typeface="Times New Roman" panose="02020603050405020304" pitchFamily="18" charset="0"/>
              </a:rPr>
              <a:t>Store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dataset</a:t>
            </a:r>
            <a:r>
              <a:rPr lang="hi-IN" sz="2400" dirty="0">
                <a:latin typeface="Times New Roman" panose="02020603050405020304" pitchFamily="18" charset="0"/>
              </a:rPr>
              <a:t>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517FD-6D14-AF40-0F35-D4C62F5E6A80}"/>
              </a:ext>
            </a:extLst>
          </p:cNvPr>
          <p:cNvSpPr txBox="1"/>
          <p:nvPr/>
        </p:nvSpPr>
        <p:spPr>
          <a:xfrm>
            <a:off x="1622323" y="4336026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B8A7E-396E-323B-3813-D3E056CD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103" y="1150050"/>
            <a:ext cx="8268929" cy="20749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823A70-AED9-A1FB-F096-8114F3EBD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181" y="3432978"/>
            <a:ext cx="5299587" cy="207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33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903EC-4FB5-AC2C-FE5B-EA9267D64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99" y="511276"/>
            <a:ext cx="11690555" cy="573220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8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hi-IN" sz="2000" b="1" dirty="0" err="1">
                <a:latin typeface="Times New Roman" panose="02020603050405020304" pitchFamily="18" charset="0"/>
              </a:rPr>
              <a:t>Return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all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track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names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that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have</a:t>
            </a:r>
            <a:r>
              <a:rPr lang="hi-IN" sz="2000" b="1" dirty="0">
                <a:latin typeface="Times New Roman" panose="02020603050405020304" pitchFamily="18" charset="0"/>
              </a:rPr>
              <a:t> a </a:t>
            </a:r>
            <a:r>
              <a:rPr lang="hi-IN" sz="2000" b="1" dirty="0" err="1">
                <a:latin typeface="Times New Roman" panose="02020603050405020304" pitchFamily="18" charset="0"/>
              </a:rPr>
              <a:t>song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length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longer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than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average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song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length</a:t>
            </a:r>
            <a:r>
              <a:rPr lang="hi-IN" sz="2000" b="1" dirty="0">
                <a:latin typeface="Times New Roman" panose="02020603050405020304" pitchFamily="18" charset="0"/>
              </a:rPr>
              <a:t>.- </a:t>
            </a:r>
            <a:r>
              <a:rPr lang="hi-IN" sz="2000" b="1" dirty="0" err="1">
                <a:latin typeface="Times New Roman" panose="02020603050405020304" pitchFamily="18" charset="0"/>
              </a:rPr>
              <a:t>Return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Name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and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Milliseconds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for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each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track</a:t>
            </a:r>
            <a:r>
              <a:rPr lang="hi-IN" sz="2000" b="1" dirty="0">
                <a:latin typeface="Times New Roman" panose="02020603050405020304" pitchFamily="18" charset="0"/>
              </a:rPr>
              <a:t>. </a:t>
            </a:r>
            <a:r>
              <a:rPr lang="hi-IN" sz="2000" b="1" dirty="0" err="1">
                <a:latin typeface="Times New Roman" panose="02020603050405020304" pitchFamily="18" charset="0"/>
              </a:rPr>
              <a:t>Order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song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length</a:t>
            </a:r>
            <a:r>
              <a:rPr lang="hi-IN" sz="2000" b="1" dirty="0">
                <a:latin typeface="Times New Roman" panose="02020603050405020304" pitchFamily="18" charset="0"/>
              </a:rPr>
              <a:t>, </a:t>
            </a:r>
            <a:r>
              <a:rPr lang="hi-IN" sz="2000" b="1" dirty="0" err="1">
                <a:latin typeface="Times New Roman" panose="02020603050405020304" pitchFamily="18" charset="0"/>
              </a:rPr>
              <a:t>with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longest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songs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listed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first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</a:p>
          <a:p>
            <a:pPr marL="11430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   </a:t>
            </a: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 identifies </a:t>
            </a:r>
            <a:r>
              <a:rPr lang="hi-IN" sz="2000" dirty="0" err="1">
                <a:latin typeface="Times New Roman" panose="02020603050405020304" pitchFamily="18" charset="0"/>
              </a:rPr>
              <a:t>tracks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that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longer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than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average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song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length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highlights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longest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tracks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latin typeface="Times New Roman" panose="02020603050405020304" pitchFamily="18" charset="0"/>
              </a:rPr>
              <a:t>Store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dataset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9A183-B837-75D8-33C6-0438C0D7E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89" y="1972877"/>
            <a:ext cx="4911371" cy="2912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A6260E-C192-F5D6-F6B7-D002CC772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736" y="2128683"/>
            <a:ext cx="4660490" cy="275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32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E4175-C2AF-5789-B062-629B9175D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109" y="334298"/>
            <a:ext cx="11267767" cy="584266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9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i-IN" sz="2000" b="1" dirty="0" err="1">
                <a:latin typeface="Times New Roman" panose="02020603050405020304" pitchFamily="18" charset="0"/>
              </a:rPr>
              <a:t>Find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how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much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amount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is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spent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by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each</a:t>
            </a:r>
            <a:r>
              <a:rPr lang="hi-IN" sz="2000" b="1" dirty="0">
                <a:latin typeface="Times New Roman" panose="02020603050405020304" pitchFamily="18" charset="0"/>
              </a:rPr>
              <a:t> customer </a:t>
            </a:r>
            <a:r>
              <a:rPr lang="hi-IN" sz="2000" b="1" dirty="0" err="1">
                <a:latin typeface="Times New Roman" panose="02020603050405020304" pitchFamily="18" charset="0"/>
              </a:rPr>
              <a:t>on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artists</a:t>
            </a:r>
            <a:r>
              <a:rPr lang="hi-IN" sz="2000" b="1" dirty="0">
                <a:latin typeface="Times New Roman" panose="02020603050405020304" pitchFamily="18" charset="0"/>
              </a:rPr>
              <a:t>? </a:t>
            </a:r>
            <a:r>
              <a:rPr lang="hi-IN" sz="2000" b="1" dirty="0" err="1">
                <a:latin typeface="Times New Roman" panose="02020603050405020304" pitchFamily="18" charset="0"/>
              </a:rPr>
              <a:t>Write</a:t>
            </a:r>
            <a:r>
              <a:rPr lang="hi-IN" sz="2000" b="1" dirty="0">
                <a:latin typeface="Times New Roman" panose="02020603050405020304" pitchFamily="18" charset="0"/>
              </a:rPr>
              <a:t> a </a:t>
            </a:r>
            <a:r>
              <a:rPr lang="hi-IN" sz="2000" b="1" dirty="0" err="1">
                <a:latin typeface="Times New Roman" panose="02020603050405020304" pitchFamily="18" charset="0"/>
              </a:rPr>
              <a:t>query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return</a:t>
            </a:r>
            <a:r>
              <a:rPr lang="hi-IN" sz="2000" b="1" dirty="0">
                <a:latin typeface="Times New Roman" panose="02020603050405020304" pitchFamily="18" charset="0"/>
              </a:rPr>
              <a:t> customer </a:t>
            </a:r>
            <a:r>
              <a:rPr lang="hi-IN" sz="2000" b="1" dirty="0" err="1">
                <a:latin typeface="Times New Roman" panose="02020603050405020304" pitchFamily="18" charset="0"/>
              </a:rPr>
              <a:t>name</a:t>
            </a:r>
            <a:r>
              <a:rPr lang="hi-IN" sz="2000" b="1" dirty="0">
                <a:latin typeface="Times New Roman" panose="02020603050405020304" pitchFamily="18" charset="0"/>
              </a:rPr>
              <a:t>, </a:t>
            </a:r>
            <a:r>
              <a:rPr lang="hi-IN" sz="2000" b="1" dirty="0" err="1">
                <a:latin typeface="Times New Roman" panose="02020603050405020304" pitchFamily="18" charset="0"/>
              </a:rPr>
              <a:t>artist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name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and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total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spent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 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This analysis shows how much each customer spends on different artists. It helps understand individual customer preferences and spending patterns across artists. 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DA843-796E-C44F-F690-F409CD9D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09" y="1390807"/>
            <a:ext cx="5095107" cy="3729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50E447-1144-0934-1663-85B0245F4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1" y="1523999"/>
            <a:ext cx="3755922" cy="324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6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4009A-7EDA-E03E-C6C0-B1CC124B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309" y="255639"/>
            <a:ext cx="11621729" cy="6108290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10: </a:t>
            </a:r>
            <a:r>
              <a:rPr lang="hi-IN" sz="2000" b="1" dirty="0" err="1">
                <a:latin typeface="Times New Roman" panose="02020603050405020304" pitchFamily="18" charset="0"/>
              </a:rPr>
              <a:t>We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want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find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out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popular</a:t>
            </a:r>
            <a:r>
              <a:rPr lang="hi-IN" sz="2000" b="1" dirty="0">
                <a:latin typeface="Times New Roman" panose="02020603050405020304" pitchFamily="18" charset="0"/>
              </a:rPr>
              <a:t> music </a:t>
            </a:r>
            <a:r>
              <a:rPr lang="hi-IN" sz="2000" b="1" dirty="0" err="1">
                <a:latin typeface="Times New Roman" panose="02020603050405020304" pitchFamily="18" charset="0"/>
              </a:rPr>
              <a:t>Genre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for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each</a:t>
            </a:r>
            <a:r>
              <a:rPr lang="hi-IN" sz="2000" b="1" dirty="0">
                <a:latin typeface="Times New Roman" panose="02020603050405020304" pitchFamily="18" charset="0"/>
              </a:rPr>
              <a:t> country. </a:t>
            </a:r>
            <a:r>
              <a:rPr lang="hi-IN" sz="2000" b="1" dirty="0" err="1">
                <a:latin typeface="Times New Roman" panose="02020603050405020304" pitchFamily="18" charset="0"/>
              </a:rPr>
              <a:t>We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determine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most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popular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genre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genre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with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highest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amount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of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purchases</a:t>
            </a:r>
            <a:r>
              <a:rPr lang="hi-IN" sz="2000" b="1" dirty="0">
                <a:latin typeface="Times New Roman" panose="02020603050405020304" pitchFamily="18" charset="0"/>
              </a:rPr>
              <a:t>. </a:t>
            </a:r>
            <a:r>
              <a:rPr lang="hi-IN" sz="2000" b="1" dirty="0" err="1">
                <a:latin typeface="Times New Roman" panose="02020603050405020304" pitchFamily="18" charset="0"/>
              </a:rPr>
              <a:t>Write</a:t>
            </a:r>
            <a:r>
              <a:rPr lang="hi-IN" sz="2000" b="1" dirty="0">
                <a:latin typeface="Times New Roman" panose="02020603050405020304" pitchFamily="18" charset="0"/>
              </a:rPr>
              <a:t> a </a:t>
            </a:r>
            <a:r>
              <a:rPr lang="hi-IN" sz="2000" b="1" dirty="0" err="1">
                <a:latin typeface="Times New Roman" panose="02020603050405020304" pitchFamily="18" charset="0"/>
              </a:rPr>
              <a:t>query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that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returns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each</a:t>
            </a:r>
            <a:r>
              <a:rPr lang="hi-IN" sz="2000" b="1" dirty="0">
                <a:latin typeface="Times New Roman" panose="02020603050405020304" pitchFamily="18" charset="0"/>
              </a:rPr>
              <a:t> country </a:t>
            </a:r>
            <a:r>
              <a:rPr lang="hi-IN" sz="2000" b="1" dirty="0" err="1">
                <a:latin typeface="Times New Roman" panose="02020603050405020304" pitchFamily="18" charset="0"/>
              </a:rPr>
              <a:t>along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with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top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Genre</a:t>
            </a:r>
            <a:r>
              <a:rPr lang="hi-IN" sz="2000" b="1" dirty="0">
                <a:latin typeface="Times New Roman" panose="02020603050405020304" pitchFamily="18" charset="0"/>
              </a:rPr>
              <a:t>. </a:t>
            </a:r>
            <a:r>
              <a:rPr lang="hi-IN" sz="2000" b="1" dirty="0" err="1">
                <a:latin typeface="Times New Roman" panose="02020603050405020304" pitchFamily="18" charset="0"/>
              </a:rPr>
              <a:t>For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countries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where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the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maximum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number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of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purchases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is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shared</a:t>
            </a:r>
            <a:r>
              <a:rPr lang="hi-IN" sz="2000" b="1" dirty="0">
                <a:latin typeface="Times New Roman" panose="02020603050405020304" pitchFamily="18" charset="0"/>
              </a:rPr>
              <a:t>, </a:t>
            </a:r>
            <a:r>
              <a:rPr lang="hi-IN" sz="2000" b="1" dirty="0" err="1">
                <a:latin typeface="Times New Roman" panose="02020603050405020304" pitchFamily="18" charset="0"/>
              </a:rPr>
              <a:t>return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all</a:t>
            </a:r>
            <a:r>
              <a:rPr lang="hi-IN" sz="2000" b="1" dirty="0">
                <a:latin typeface="Times New Roman" panose="02020603050405020304" pitchFamily="18" charset="0"/>
              </a:rPr>
              <a:t> Genres </a:t>
            </a:r>
          </a:p>
          <a:p>
            <a:pPr marL="114300" indent="0">
              <a:buNone/>
            </a:pPr>
            <a:r>
              <a:rPr lang="hi-IN" sz="2000" b="1" dirty="0">
                <a:latin typeface="Times New Roman" panose="02020603050405020304" pitchFamily="18" charset="0"/>
              </a:rPr>
              <a:t>  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query identifies the most purchased genre in each country. It helps understand differences in music preferences across countries and also identifies cases where multiple genres have equal popularity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04A38-860C-3264-2297-C32A6E8D9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88" y="1208030"/>
            <a:ext cx="7842280" cy="2656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72E051-EA08-F07A-D2BC-8D6EC92CD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783" y="4092505"/>
            <a:ext cx="5415843" cy="155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05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CF06-B83C-3387-D6E4-4FAA839C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8009C-D58E-9562-8546-E5E56E3B9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hi-IN" sz="2000" b="1" dirty="0" err="1">
                <a:latin typeface="Times New Roman" panose="02020603050405020304" pitchFamily="18" charset="0"/>
              </a:rPr>
              <a:t>Interactive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Visualizations</a:t>
            </a:r>
            <a:r>
              <a:rPr lang="hi-IN" sz="2000" dirty="0">
                <a:latin typeface="Times New Roman" panose="02020603050405020304" pitchFamily="18" charset="0"/>
              </a:rPr>
              <a:t> – </a:t>
            </a:r>
            <a:r>
              <a:rPr lang="hi-IN" sz="2000" dirty="0" err="1">
                <a:latin typeface="Times New Roman" panose="02020603050405020304" pitchFamily="18" charset="0"/>
              </a:rPr>
              <a:t>Build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dynamic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dashboards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with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charts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filters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geographic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views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explore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sales</a:t>
            </a:r>
            <a:r>
              <a:rPr lang="hi-IN" sz="2000" dirty="0">
                <a:latin typeface="Times New Roman" panose="02020603050405020304" pitchFamily="18" charset="0"/>
              </a:rPr>
              <a:t>, customer,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latin typeface="Times New Roman" panose="02020603050405020304" pitchFamily="18" charset="0"/>
              </a:rPr>
              <a:t>trends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>
                <a:latin typeface="Times New Roman" panose="02020603050405020304" pitchFamily="18" charset="0"/>
              </a:rPr>
              <a:t>Customer </a:t>
            </a:r>
            <a:r>
              <a:rPr lang="hi-IN" sz="2000" b="1" dirty="0" err="1">
                <a:latin typeface="Times New Roman" panose="02020603050405020304" pitchFamily="18" charset="0"/>
              </a:rPr>
              <a:t>Segmentation</a:t>
            </a:r>
            <a:r>
              <a:rPr lang="hi-IN" sz="2000" dirty="0">
                <a:latin typeface="Times New Roman" panose="02020603050405020304" pitchFamily="18" charset="0"/>
              </a:rPr>
              <a:t> – </a:t>
            </a:r>
            <a:r>
              <a:rPr lang="hi-IN" sz="2000" dirty="0" err="1">
                <a:latin typeface="Times New Roman" panose="02020603050405020304" pitchFamily="18" charset="0"/>
              </a:rPr>
              <a:t>Group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customers</a:t>
            </a:r>
            <a:r>
              <a:rPr lang="hi-IN" sz="2000" dirty="0">
                <a:latin typeface="Times New Roman" panose="02020603050405020304" pitchFamily="18" charset="0"/>
              </a:rPr>
              <a:t> based </a:t>
            </a:r>
            <a:r>
              <a:rPr lang="hi-IN" sz="2000" dirty="0" err="1">
                <a:latin typeface="Times New Roman" panose="02020603050405020304" pitchFamily="18" charset="0"/>
              </a:rPr>
              <a:t>on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their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purchasing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behavior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spending </a:t>
            </a:r>
            <a:r>
              <a:rPr lang="hi-IN" sz="2000" dirty="0" err="1">
                <a:latin typeface="Times New Roman" panose="02020603050405020304" pitchFamily="18" charset="0"/>
              </a:rPr>
              <a:t>patterns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support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targeted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marketing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strategies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 New Roman" panose="02020603050405020304" pitchFamily="18" charset="0"/>
              </a:rPr>
              <a:t>Sales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Forecasting</a:t>
            </a:r>
            <a:r>
              <a:rPr lang="hi-IN" sz="2000" dirty="0">
                <a:latin typeface="Times New Roman" panose="02020603050405020304" pitchFamily="18" charset="0"/>
              </a:rPr>
              <a:t> – </a:t>
            </a:r>
            <a:r>
              <a:rPr lang="hi-IN" sz="2000" dirty="0" err="1">
                <a:latin typeface="Times New Roman" panose="02020603050405020304" pitchFamily="18" charset="0"/>
              </a:rPr>
              <a:t>Predict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future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revenue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latin typeface="Times New Roman" panose="02020603050405020304" pitchFamily="18" charset="0"/>
              </a:rPr>
              <a:t>demand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using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historical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sales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invoice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 New Roman" panose="02020603050405020304" pitchFamily="18" charset="0"/>
              </a:rPr>
              <a:t>Churn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Prediction</a:t>
            </a:r>
            <a:r>
              <a:rPr lang="hi-IN" sz="2000" dirty="0">
                <a:latin typeface="Times New Roman" panose="02020603050405020304" pitchFamily="18" charset="0"/>
              </a:rPr>
              <a:t> – </a:t>
            </a:r>
            <a:r>
              <a:rPr lang="hi-IN" sz="2000" dirty="0" err="1">
                <a:latin typeface="Times New Roman" panose="02020603050405020304" pitchFamily="18" charset="0"/>
              </a:rPr>
              <a:t>Identify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customers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whose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purchasing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activity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declining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develop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strategies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improve</a:t>
            </a:r>
            <a:r>
              <a:rPr lang="hi-IN" sz="2000" dirty="0">
                <a:latin typeface="Times New Roman" panose="02020603050405020304" pitchFamily="18" charset="0"/>
              </a:rPr>
              <a:t> customer </a:t>
            </a:r>
            <a:r>
              <a:rPr lang="hi-IN" sz="2000" dirty="0" err="1">
                <a:latin typeface="Times New Roman" panose="02020603050405020304" pitchFamily="18" charset="0"/>
              </a:rPr>
              <a:t>retention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 New Roman" panose="02020603050405020304" pitchFamily="18" charset="0"/>
              </a:rPr>
              <a:t>Real-Time</a:t>
            </a:r>
            <a:r>
              <a:rPr lang="hi-IN" sz="2000" b="1" dirty="0">
                <a:latin typeface="Times New Roman" panose="02020603050405020304" pitchFamily="18" charset="0"/>
              </a:rPr>
              <a:t> </a:t>
            </a:r>
            <a:r>
              <a:rPr lang="hi-IN" sz="2000" b="1" dirty="0" err="1">
                <a:latin typeface="Times New Roman" panose="02020603050405020304" pitchFamily="18" charset="0"/>
              </a:rPr>
              <a:t>Analytics</a:t>
            </a:r>
            <a:r>
              <a:rPr lang="hi-IN" sz="2000" dirty="0">
                <a:latin typeface="Times New Roman" panose="02020603050405020304" pitchFamily="18" charset="0"/>
              </a:rPr>
              <a:t> – </a:t>
            </a:r>
            <a:r>
              <a:rPr lang="hi-IN" sz="2000" dirty="0" err="1">
                <a:latin typeface="Times New Roman" panose="02020603050405020304" pitchFamily="18" charset="0"/>
              </a:rPr>
              <a:t>Connect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</a:t>
            </a:r>
            <a:r>
              <a:rPr lang="hi-IN" sz="2000" dirty="0">
                <a:latin typeface="Times New Roman" panose="02020603050405020304" pitchFamily="18" charset="0"/>
              </a:rPr>
              <a:t> Music </a:t>
            </a:r>
            <a:r>
              <a:rPr lang="hi-IN" sz="2000" dirty="0" err="1">
                <a:latin typeface="Times New Roman" panose="02020603050405020304" pitchFamily="18" charset="0"/>
              </a:rPr>
              <a:t>Store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database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a </a:t>
            </a:r>
            <a:r>
              <a:rPr lang="hi-IN" sz="2000" dirty="0" err="1">
                <a:latin typeface="Times New Roman" panose="02020603050405020304" pitchFamily="18" charset="0"/>
              </a:rPr>
              <a:t>live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dashboard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monitor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continuously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updated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sales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customer </a:t>
            </a:r>
            <a:r>
              <a:rPr lang="hi-IN" sz="2000" dirty="0" err="1">
                <a:latin typeface="Times New Roman" panose="02020603050405020304" pitchFamily="18" charset="0"/>
              </a:rPr>
              <a:t>KPIs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028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6E6D-A942-8D14-9E6C-F9E14F01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B99F-EC26-64C2-99F3-86B6F1218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746375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Music </a:t>
            </a:r>
            <a:r>
              <a:rPr lang="hi-IN" sz="2400" dirty="0" err="1">
                <a:latin typeface="Times New Roman" panose="02020603050405020304" pitchFamily="18" charset="0"/>
              </a:rPr>
              <a:t>Store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analysis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provided</a:t>
            </a:r>
            <a:r>
              <a:rPr lang="hi-IN" sz="2400" dirty="0">
                <a:latin typeface="Times New Roman" panose="02020603050405020304" pitchFamily="18" charset="0"/>
              </a:rPr>
              <a:t> a </a:t>
            </a:r>
            <a:r>
              <a:rPr lang="hi-IN" sz="2400" dirty="0" err="1">
                <a:latin typeface="Times New Roman" panose="02020603050405020304" pitchFamily="18" charset="0"/>
              </a:rPr>
              <a:t>clear</a:t>
            </a:r>
            <a:r>
              <a:rPr lang="hi-IN" sz="2400" dirty="0">
                <a:latin typeface="Times New Roman" panose="02020603050405020304" pitchFamily="18" charset="0"/>
              </a:rPr>
              <a:t> understanding </a:t>
            </a:r>
            <a:r>
              <a:rPr lang="hi-IN" sz="2400" dirty="0" err="1">
                <a:latin typeface="Times New Roman" panose="02020603050405020304" pitchFamily="18" charset="0"/>
              </a:rPr>
              <a:t>of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how</a:t>
            </a:r>
            <a:r>
              <a:rPr lang="hi-IN" sz="2400" dirty="0">
                <a:latin typeface="Times New Roman" panose="02020603050405020304" pitchFamily="18" charset="0"/>
              </a:rPr>
              <a:t> customer </a:t>
            </a:r>
            <a:r>
              <a:rPr lang="hi-IN" sz="2400" dirty="0" err="1">
                <a:latin typeface="Times New Roman" panose="02020603050405020304" pitchFamily="18" charset="0"/>
              </a:rPr>
              <a:t>transactions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music-</a:t>
            </a:r>
            <a:r>
              <a:rPr lang="hi-IN" sz="2400" dirty="0" err="1">
                <a:latin typeface="Times New Roman" panose="02020603050405020304" pitchFamily="18" charset="0"/>
              </a:rPr>
              <a:t>related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can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be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explored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through</a:t>
            </a:r>
            <a:r>
              <a:rPr lang="hi-IN" sz="2400" dirty="0">
                <a:latin typeface="Times New Roman" panose="02020603050405020304" pitchFamily="18" charset="0"/>
              </a:rPr>
              <a:t> SQL.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project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helped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uncover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key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patterns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</a:t>
            </a:r>
            <a:r>
              <a:rPr lang="hi-IN" sz="2400" dirty="0">
                <a:latin typeface="Times New Roman" panose="02020603050405020304" pitchFamily="18" charset="0"/>
              </a:rPr>
              <a:t> customer spending, </a:t>
            </a:r>
            <a:r>
              <a:rPr lang="hi-IN" sz="2400" dirty="0" err="1">
                <a:latin typeface="Times New Roman" panose="02020603050405020304" pitchFamily="18" charset="0"/>
              </a:rPr>
              <a:t>sales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across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locations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popular</a:t>
            </a:r>
            <a:r>
              <a:rPr lang="hi-IN" sz="2400" dirty="0">
                <a:latin typeface="Times New Roman" panose="02020603050405020304" pitchFamily="18" charset="0"/>
              </a:rPr>
              <a:t> genres, </a:t>
            </a:r>
            <a:r>
              <a:rPr lang="hi-IN" sz="2400" dirty="0" err="1">
                <a:latin typeface="Times New Roman" panose="02020603050405020304" pitchFamily="18" charset="0"/>
              </a:rPr>
              <a:t>artist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performance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purchasing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behavior</a:t>
            </a:r>
            <a:r>
              <a:rPr lang="hi-IN" sz="2400" dirty="0">
                <a:latin typeface="Times New Roman" panose="02020603050405020304" pitchFamily="18" charset="0"/>
              </a:rPr>
              <a:t>. </a:t>
            </a:r>
            <a:r>
              <a:rPr lang="hi-IN" sz="2400" dirty="0" err="1">
                <a:latin typeface="Times New Roman" panose="02020603050405020304" pitchFamily="18" charset="0"/>
              </a:rPr>
              <a:t>Overall</a:t>
            </a:r>
            <a:r>
              <a:rPr lang="hi-IN" sz="2400" dirty="0">
                <a:latin typeface="Times New Roman" panose="02020603050405020304" pitchFamily="18" charset="0"/>
              </a:rPr>
              <a:t>, </a:t>
            </a:r>
            <a:r>
              <a:rPr lang="hi-IN" sz="2400" dirty="0" err="1">
                <a:latin typeface="Times New Roman" panose="02020603050405020304" pitchFamily="18" charset="0"/>
              </a:rPr>
              <a:t>the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analysis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shows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how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organizing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</a:t>
            </a:r>
            <a:r>
              <a:rPr lang="hi-IN" sz="2400" dirty="0">
                <a:latin typeface="Times New Roman" panose="02020603050405020304" pitchFamily="18" charset="0"/>
              </a:rPr>
              <a:t> a </a:t>
            </a:r>
            <a:r>
              <a:rPr lang="hi-IN" sz="2400" dirty="0" err="1">
                <a:latin typeface="Times New Roman" panose="02020603050405020304" pitchFamily="18" charset="0"/>
              </a:rPr>
              <a:t>relational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database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applying</a:t>
            </a:r>
            <a:r>
              <a:rPr lang="hi-IN" sz="2400" dirty="0">
                <a:latin typeface="Times New Roman" panose="02020603050405020304" pitchFamily="18" charset="0"/>
              </a:rPr>
              <a:t> SQL </a:t>
            </a:r>
            <a:r>
              <a:rPr lang="hi-IN" sz="2400" dirty="0" err="1">
                <a:latin typeface="Times New Roman" panose="02020603050405020304" pitchFamily="18" charset="0"/>
              </a:rPr>
              <a:t>techniques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can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turn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large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volumes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of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store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data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into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useful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insights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for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better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business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planning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and</a:t>
            </a:r>
            <a:r>
              <a:rPr lang="hi-IN" sz="2400" dirty="0">
                <a:latin typeface="Times New Roman" panose="02020603050405020304" pitchFamily="18" charset="0"/>
              </a:rPr>
              <a:t> customer-</a:t>
            </a:r>
            <a:r>
              <a:rPr lang="hi-IN" sz="2400" dirty="0" err="1">
                <a:latin typeface="Times New Roman" panose="02020603050405020304" pitchFamily="18" charset="0"/>
              </a:rPr>
              <a:t>focused</a:t>
            </a:r>
            <a:r>
              <a:rPr lang="hi-IN" sz="2400" dirty="0">
                <a:latin typeface="Times New Roman" panose="02020603050405020304" pitchFamily="18" charset="0"/>
              </a:rPr>
              <a:t> </a:t>
            </a:r>
            <a:r>
              <a:rPr lang="hi-IN" sz="2400" dirty="0" err="1">
                <a:latin typeface="Times New Roman" panose="02020603050405020304" pitchFamily="18" charset="0"/>
              </a:rPr>
              <a:t>decisions</a:t>
            </a:r>
            <a:r>
              <a:rPr lang="hi-IN" sz="2400" dirty="0">
                <a:latin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299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DE09-AD1C-616A-7BEC-156AC735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4C557-5B05-ADAC-EAF4-AC3CEFD6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Gained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practical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experience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designing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working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with</a:t>
            </a:r>
            <a:r>
              <a:rPr lang="hi-IN" sz="2000" dirty="0">
                <a:latin typeface="Times New Roman" panose="02020603050405020304" pitchFamily="18" charset="0"/>
              </a:rPr>
              <a:t> a </a:t>
            </a:r>
            <a:r>
              <a:rPr lang="hi-IN" sz="2000" dirty="0" err="1">
                <a:latin typeface="Times New Roman" panose="02020603050405020304" pitchFamily="18" charset="0"/>
              </a:rPr>
              <a:t>relational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database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MySQL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Learned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how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different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tables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such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as</a:t>
            </a:r>
            <a:r>
              <a:rPr lang="hi-IN" sz="2000" dirty="0">
                <a:latin typeface="Times New Roman" panose="02020603050405020304" pitchFamily="18" charset="0"/>
              </a:rPr>
              <a:t> Customer, </a:t>
            </a:r>
            <a:r>
              <a:rPr lang="hi-IN" sz="2000" dirty="0" err="1">
                <a:latin typeface="Times New Roman" panose="02020603050405020304" pitchFamily="18" charset="0"/>
              </a:rPr>
              <a:t>Invoice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Track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Artist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Album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Genre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are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connected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Improved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ability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write</a:t>
            </a:r>
            <a:r>
              <a:rPr lang="hi-IN" sz="2000" dirty="0">
                <a:latin typeface="Times New Roman" panose="02020603050405020304" pitchFamily="18" charset="0"/>
              </a:rPr>
              <a:t> SQL </a:t>
            </a:r>
            <a:r>
              <a:rPr lang="hi-IN" sz="2000" dirty="0" err="1">
                <a:latin typeface="Times New Roman" panose="02020603050405020304" pitchFamily="18" charset="0"/>
              </a:rPr>
              <a:t>queries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for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real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business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questions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Faced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challenges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while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working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with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multiple-table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joins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relationships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Learned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use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advanced</a:t>
            </a:r>
            <a:r>
              <a:rPr lang="hi-IN" sz="2000" dirty="0">
                <a:latin typeface="Times New Roman" panose="02020603050405020304" pitchFamily="18" charset="0"/>
              </a:rPr>
              <a:t> SQL </a:t>
            </a:r>
            <a:r>
              <a:rPr lang="hi-IN" sz="2000" dirty="0" err="1">
                <a:latin typeface="Times New Roman" panose="02020603050405020304" pitchFamily="18" charset="0"/>
              </a:rPr>
              <a:t>techniques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such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CTEs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subqueries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aggregations</a:t>
            </a:r>
            <a:r>
              <a:rPr lang="hi-IN" sz="2000" dirty="0">
                <a:latin typeface="Times New Roman" panose="02020603050405020304" pitchFamily="18" charset="0"/>
              </a:rPr>
              <a:t>,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window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functions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Improved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my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ability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interpret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query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outputs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convert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them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business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insights</a:t>
            </a:r>
            <a:r>
              <a:rPr lang="hi-IN" sz="2000" dirty="0">
                <a:latin typeface="Times New Roman" panose="02020603050405020304" pitchFamily="18" charset="0"/>
              </a:rPr>
              <a:t>. </a:t>
            </a:r>
          </a:p>
          <a:p>
            <a:pPr lvl="0" algn="just"/>
            <a:r>
              <a:rPr lang="hi-IN" sz="2000" dirty="0" err="1">
                <a:latin typeface="Times New Roman" panose="02020603050405020304" pitchFamily="18" charset="0"/>
              </a:rPr>
              <a:t>Developed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better</a:t>
            </a:r>
            <a:r>
              <a:rPr lang="hi-IN" sz="2000" dirty="0">
                <a:latin typeface="Times New Roman" panose="02020603050405020304" pitchFamily="18" charset="0"/>
              </a:rPr>
              <a:t> understanding </a:t>
            </a:r>
            <a:r>
              <a:rPr lang="hi-IN" sz="2000" dirty="0" err="1">
                <a:latin typeface="Times New Roman" panose="02020603050405020304" pitchFamily="18" charset="0"/>
              </a:rPr>
              <a:t>of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how</a:t>
            </a:r>
            <a:r>
              <a:rPr lang="hi-IN" sz="2000" dirty="0">
                <a:latin typeface="Times New Roman" panose="02020603050405020304" pitchFamily="18" charset="0"/>
              </a:rPr>
              <a:t> SQL </a:t>
            </a:r>
            <a:r>
              <a:rPr lang="hi-IN" sz="2000" dirty="0" err="1">
                <a:latin typeface="Times New Roman" panose="02020603050405020304" pitchFamily="18" charset="0"/>
              </a:rPr>
              <a:t>can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be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applied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to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real-world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data</a:t>
            </a:r>
            <a:r>
              <a:rPr lang="hi-IN" sz="2000" dirty="0">
                <a:latin typeface="Times New Roman" panose="02020603050405020304" pitchFamily="18" charset="0"/>
              </a:rPr>
              <a:t> </a:t>
            </a:r>
            <a:r>
              <a:rPr lang="hi-IN" sz="2000" dirty="0" err="1">
                <a:latin typeface="Times New Roman" panose="02020603050405020304" pitchFamily="18" charset="0"/>
              </a:rPr>
              <a:t>analysis</a:t>
            </a:r>
            <a:r>
              <a:rPr lang="hi-IN" sz="2000" dirty="0">
                <a:latin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23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12A36D-96FC-0981-8C0E-4338D0DD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122" y="353960"/>
            <a:ext cx="7482349" cy="561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47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1781</Words>
  <Application>Microsoft Office PowerPoint</Application>
  <PresentationFormat>Widescreen</PresentationFormat>
  <Paragraphs>289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Lato Black</vt:lpstr>
      <vt:lpstr>Libre Baskerville</vt:lpstr>
      <vt:lpstr>Wingdings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Agenda</vt:lpstr>
      <vt:lpstr>Business Problem</vt:lpstr>
      <vt:lpstr>BUSINESS STATEMENT</vt:lpstr>
      <vt:lpstr>BUSINESS REQUIREMENTS</vt:lpstr>
      <vt:lpstr>INTRODUCTION</vt:lpstr>
      <vt:lpstr>DATA DESCRIPTION</vt:lpstr>
      <vt:lpstr>PowerPoint Presentation</vt:lpstr>
      <vt:lpstr>CARDINALITIES</vt:lpstr>
      <vt:lpstr>KEY ANALYSIS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RECOMMENDATIONS:</vt:lpstr>
      <vt:lpstr>CONCLUSION:</vt:lpstr>
      <vt:lpstr>CHALLENGES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Srivalli janani</cp:lastModifiedBy>
  <cp:revision>1</cp:revision>
  <dcterms:created xsi:type="dcterms:W3CDTF">2021-02-16T05:19:01Z</dcterms:created>
  <dcterms:modified xsi:type="dcterms:W3CDTF">2026-10-01T11:58:38Z</dcterms:modified>
</cp:coreProperties>
</file>